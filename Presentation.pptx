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9" r:id="rId6"/>
    <p:sldId id="261" r:id="rId7"/>
    <p:sldId id="258" r:id="rId8"/>
    <p:sldId id="264" r:id="rId9"/>
    <p:sldId id="266" r:id="rId10"/>
    <p:sldId id="265" r:id="rId11"/>
    <p:sldId id="272" r:id="rId12"/>
    <p:sldId id="263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ítulo" id="{619EFC92-2B69-1146-8B53-63321ACED015}">
          <p14:sldIdLst>
            <p14:sldId id="256"/>
          </p14:sldIdLst>
        </p14:section>
        <p14:section name="Trabalho" id="{14FEFE20-C8DD-7B4F-B768-4F02FD7D7DCB}">
          <p14:sldIdLst>
            <p14:sldId id="259"/>
            <p14:sldId id="261"/>
            <p14:sldId id="258"/>
            <p14:sldId id="264"/>
            <p14:sldId id="266"/>
            <p14:sldId id="265"/>
            <p14:sldId id="272"/>
            <p14:sldId id="263"/>
            <p14:sldId id="268"/>
            <p14:sldId id="270"/>
            <p14:sldId id="269"/>
          </p14:sldIdLst>
        </p14:section>
        <p14:section name="Final" id="{565F44C3-15D3-9C40-BDB5-C6B063B7D321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377846-4497-D51B-70B5-A5E1BB5320AA}" name="Eduarda Filipa Azevedo Santos" initials="ES" userId="S::pg58815@uminho.pt::1da4ee00-ec9d-4f0c-8b40-f7e99adfe28e" providerId="AD"/>
  <p188:author id="{0DCE2BEC-5C73-D67B-FB77-AD90EDBAA0FF}" name="Ana Isabel Ferreira Barbosa" initials="AB" userId="S::d7790@uminho.pt::aa4f9260-5475-4ea8-89b1-eb648041e8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065"/>
    <a:srgbClr val="DEE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27A2D4-481E-4B2D-9483-FB9D2CCE2663}" v="93" dt="2026-05-29T14:03:42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9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Isabel Ferreira Barbosa" userId="aa4f9260-5475-4ea8-89b1-eb648041e833" providerId="ADAL" clId="{FB46F138-1190-4038-A9F8-203956B0A452}"/>
    <pc:docChg chg="undo custSel addSld delSld modSld modSection">
      <pc:chgData name="Ana Isabel Ferreira Barbosa" userId="aa4f9260-5475-4ea8-89b1-eb648041e833" providerId="ADAL" clId="{FB46F138-1190-4038-A9F8-203956B0A452}" dt="2026-05-29T14:03:42.732" v="1343"/>
      <pc:docMkLst>
        <pc:docMk/>
      </pc:docMkLst>
      <pc:sldChg chg="addSp delSp modSp mod modAnim">
        <pc:chgData name="Ana Isabel Ferreira Barbosa" userId="aa4f9260-5475-4ea8-89b1-eb648041e833" providerId="ADAL" clId="{FB46F138-1190-4038-A9F8-203956B0A452}" dt="2026-05-29T13:52:50.041" v="1338" actId="20577"/>
        <pc:sldMkLst>
          <pc:docMk/>
          <pc:sldMk cId="2663155883" sldId="258"/>
        </pc:sldMkLst>
        <pc:spChg chg="mod">
          <ac:chgData name="Ana Isabel Ferreira Barbosa" userId="aa4f9260-5475-4ea8-89b1-eb648041e833" providerId="ADAL" clId="{FB46F138-1190-4038-A9F8-203956B0A452}" dt="2026-05-29T09:14:11.466" v="476" actId="1076"/>
          <ac:spMkLst>
            <pc:docMk/>
            <pc:sldMk cId="2663155883" sldId="258"/>
            <ac:spMk id="2" creationId="{0F2E2DA2-6965-C1EC-23C2-89B457E3AABB}"/>
          </ac:spMkLst>
        </pc:spChg>
        <pc:spChg chg="add del mod">
          <ac:chgData name="Ana Isabel Ferreira Barbosa" userId="aa4f9260-5475-4ea8-89b1-eb648041e833" providerId="ADAL" clId="{FB46F138-1190-4038-A9F8-203956B0A452}" dt="2026-05-29T09:03:15.144" v="393" actId="21"/>
          <ac:spMkLst>
            <pc:docMk/>
            <pc:sldMk cId="2663155883" sldId="258"/>
            <ac:spMk id="3" creationId="{E851C509-646B-1DD1-7123-230F5E1EDFC3}"/>
          </ac:spMkLst>
        </pc:spChg>
        <pc:spChg chg="del">
          <ac:chgData name="Ana Isabel Ferreira Barbosa" userId="aa4f9260-5475-4ea8-89b1-eb648041e833" providerId="ADAL" clId="{FB46F138-1190-4038-A9F8-203956B0A452}" dt="2026-05-29T08:56:31.381" v="201" actId="478"/>
          <ac:spMkLst>
            <pc:docMk/>
            <pc:sldMk cId="2663155883" sldId="258"/>
            <ac:spMk id="5" creationId="{0F9AB32B-A7A4-36CF-1253-09DD8431DADF}"/>
          </ac:spMkLst>
        </pc:spChg>
        <pc:spChg chg="add mod">
          <ac:chgData name="Ana Isabel Ferreira Barbosa" userId="aa4f9260-5475-4ea8-89b1-eb648041e833" providerId="ADAL" clId="{FB46F138-1190-4038-A9F8-203956B0A452}" dt="2026-05-29T10:17:10.095" v="1249" actId="113"/>
          <ac:spMkLst>
            <pc:docMk/>
            <pc:sldMk cId="2663155883" sldId="258"/>
            <ac:spMk id="6" creationId="{57AF3267-2CC8-434F-2AAE-93E3E0FDE565}"/>
          </ac:spMkLst>
        </pc:spChg>
        <pc:spChg chg="add mod">
          <ac:chgData name="Ana Isabel Ferreira Barbosa" userId="aa4f9260-5475-4ea8-89b1-eb648041e833" providerId="ADAL" clId="{FB46F138-1190-4038-A9F8-203956B0A452}" dt="2026-05-29T09:11:19.260" v="467" actId="6549"/>
          <ac:spMkLst>
            <pc:docMk/>
            <pc:sldMk cId="2663155883" sldId="258"/>
            <ac:spMk id="7" creationId="{C5C681E3-DFB4-CF73-FD3B-62AD6C8FE0EF}"/>
          </ac:spMkLst>
        </pc:spChg>
        <pc:spChg chg="add mod">
          <ac:chgData name="Ana Isabel Ferreira Barbosa" userId="aa4f9260-5475-4ea8-89b1-eb648041e833" providerId="ADAL" clId="{FB46F138-1190-4038-A9F8-203956B0A452}" dt="2026-05-29T09:11:41.437" v="470" actId="14100"/>
          <ac:spMkLst>
            <pc:docMk/>
            <pc:sldMk cId="2663155883" sldId="258"/>
            <ac:spMk id="9" creationId="{8902F524-89E1-28AD-90F4-16DA7DB63376}"/>
          </ac:spMkLst>
        </pc:spChg>
        <pc:spChg chg="add mod">
          <ac:chgData name="Ana Isabel Ferreira Barbosa" userId="aa4f9260-5475-4ea8-89b1-eb648041e833" providerId="ADAL" clId="{FB46F138-1190-4038-A9F8-203956B0A452}" dt="2026-05-29T09:15:56.483" v="515" actId="1076"/>
          <ac:spMkLst>
            <pc:docMk/>
            <pc:sldMk cId="2663155883" sldId="258"/>
            <ac:spMk id="10" creationId="{93F287F0-D494-7BE4-2A56-0D7D5D2C9ADA}"/>
          </ac:spMkLst>
        </pc:spChg>
        <pc:spChg chg="add mod">
          <ac:chgData name="Ana Isabel Ferreira Barbosa" userId="aa4f9260-5475-4ea8-89b1-eb648041e833" providerId="ADAL" clId="{FB46F138-1190-4038-A9F8-203956B0A452}" dt="2026-05-29T13:52:50.041" v="1338" actId="20577"/>
          <ac:spMkLst>
            <pc:docMk/>
            <pc:sldMk cId="2663155883" sldId="258"/>
            <ac:spMk id="11" creationId="{58B57982-CF4D-A1BF-1591-76AE330EC7F6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25" creationId="{94C24F85-FF95-D855-FC9A-F2E0E18E4E18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30" creationId="{59B9F290-6F13-3622-81AD-04545B79CC69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31" creationId="{7C46132F-AF44-9A14-4276-F597776D34CC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32" creationId="{89E4ED01-7BC6-5EB3-CD96-A6D583852267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38" creationId="{D295C915-EF13-101A-4BB2-196BC95ECFD1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40" creationId="{16A1D4A6-C7FD-178B-A1AB-720DF3CBC5F9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42" creationId="{E8E845C4-4B9D-F463-A0C9-1EDFFAC2BA0B}"/>
          </ac:spMkLst>
        </pc:spChg>
        <pc:spChg chg="mod">
          <ac:chgData name="Ana Isabel Ferreira Barbosa" userId="aa4f9260-5475-4ea8-89b1-eb648041e833" providerId="ADAL" clId="{FB46F138-1190-4038-A9F8-203956B0A452}" dt="2026-05-29T09:15:04.808" v="506" actId="1076"/>
          <ac:spMkLst>
            <pc:docMk/>
            <pc:sldMk cId="2663155883" sldId="258"/>
            <ac:spMk id="43" creationId="{E53C8F87-2E34-A8A1-76DA-89A431BE8503}"/>
          </ac:spMkLst>
        </pc:spChg>
        <pc:picChg chg="add mod">
          <ac:chgData name="Ana Isabel Ferreira Barbosa" userId="aa4f9260-5475-4ea8-89b1-eb648041e833" providerId="ADAL" clId="{FB46F138-1190-4038-A9F8-203956B0A452}" dt="2026-05-29T13:51:33.654" v="1332" actId="1036"/>
          <ac:picMkLst>
            <pc:docMk/>
            <pc:sldMk cId="2663155883" sldId="258"/>
            <ac:picMk id="23" creationId="{12CDC1F1-ED56-6B52-58F3-73FD7EA91EAE}"/>
          </ac:picMkLst>
        </pc:picChg>
        <pc:picChg chg="mod">
          <ac:chgData name="Ana Isabel Ferreira Barbosa" userId="aa4f9260-5475-4ea8-89b1-eb648041e833" providerId="ADAL" clId="{FB46F138-1190-4038-A9F8-203956B0A452}" dt="2026-05-29T09:15:04.808" v="506" actId="1076"/>
          <ac:picMkLst>
            <pc:docMk/>
            <pc:sldMk cId="2663155883" sldId="258"/>
            <ac:picMk id="26" creationId="{E921B54D-F0A4-3313-F508-09687D33DEC0}"/>
          </ac:picMkLst>
        </pc:picChg>
        <pc:picChg chg="mod">
          <ac:chgData name="Ana Isabel Ferreira Barbosa" userId="aa4f9260-5475-4ea8-89b1-eb648041e833" providerId="ADAL" clId="{FB46F138-1190-4038-A9F8-203956B0A452}" dt="2026-05-29T09:15:04.808" v="506" actId="1076"/>
          <ac:picMkLst>
            <pc:docMk/>
            <pc:sldMk cId="2663155883" sldId="258"/>
            <ac:picMk id="39" creationId="{95151585-7F54-5166-B1CB-9D926F9FFD69}"/>
          </ac:picMkLst>
        </pc:picChg>
      </pc:sldChg>
      <pc:sldChg chg="addSp delSp modSp mod">
        <pc:chgData name="Ana Isabel Ferreira Barbosa" userId="aa4f9260-5475-4ea8-89b1-eb648041e833" providerId="ADAL" clId="{FB46F138-1190-4038-A9F8-203956B0A452}" dt="2026-05-29T09:06:19.323" v="445" actId="14100"/>
        <pc:sldMkLst>
          <pc:docMk/>
          <pc:sldMk cId="2605858284" sldId="259"/>
        </pc:sldMkLst>
        <pc:spChg chg="mod">
          <ac:chgData name="Ana Isabel Ferreira Barbosa" userId="aa4f9260-5475-4ea8-89b1-eb648041e833" providerId="ADAL" clId="{FB46F138-1190-4038-A9F8-203956B0A452}" dt="2026-05-29T08:49:10.940" v="42" actId="20577"/>
          <ac:spMkLst>
            <pc:docMk/>
            <pc:sldMk cId="2605858284" sldId="259"/>
            <ac:spMk id="2" creationId="{FE80262B-5CD8-B9D6-EDB8-0579D93D8660}"/>
          </ac:spMkLst>
        </pc:spChg>
        <pc:spChg chg="add del mod">
          <ac:chgData name="Ana Isabel Ferreira Barbosa" userId="aa4f9260-5475-4ea8-89b1-eb648041e833" providerId="ADAL" clId="{FB46F138-1190-4038-A9F8-203956B0A452}" dt="2026-05-29T09:04:03.463" v="418" actId="478"/>
          <ac:spMkLst>
            <pc:docMk/>
            <pc:sldMk cId="2605858284" sldId="259"/>
            <ac:spMk id="5" creationId="{E851C509-646B-1DD1-7123-230F5E1EDFC3}"/>
          </ac:spMkLst>
        </pc:spChg>
        <pc:spChg chg="add mod ord">
          <ac:chgData name="Ana Isabel Ferreira Barbosa" userId="aa4f9260-5475-4ea8-89b1-eb648041e833" providerId="ADAL" clId="{FB46F138-1190-4038-A9F8-203956B0A452}" dt="2026-05-29T09:05:26.224" v="427" actId="207"/>
          <ac:spMkLst>
            <pc:docMk/>
            <pc:sldMk cId="2605858284" sldId="259"/>
            <ac:spMk id="6" creationId="{E7F1BCB0-31D6-3583-DE3D-802F964B2274}"/>
          </ac:spMkLst>
        </pc:spChg>
        <pc:spChg chg="add mod">
          <ac:chgData name="Ana Isabel Ferreira Barbosa" userId="aa4f9260-5475-4ea8-89b1-eb648041e833" providerId="ADAL" clId="{FB46F138-1190-4038-A9F8-203956B0A452}" dt="2026-05-29T09:06:19.323" v="445" actId="14100"/>
          <ac:spMkLst>
            <pc:docMk/>
            <pc:sldMk cId="2605858284" sldId="259"/>
            <ac:spMk id="7" creationId="{C7F47548-5F18-1D38-3917-4776FAF3F3E4}"/>
          </ac:spMkLst>
        </pc:spChg>
        <pc:picChg chg="add mod">
          <ac:chgData name="Ana Isabel Ferreira Barbosa" userId="aa4f9260-5475-4ea8-89b1-eb648041e833" providerId="ADAL" clId="{FB46F138-1190-4038-A9F8-203956B0A452}" dt="2026-05-29T09:03:09.257" v="392" actId="1076"/>
          <ac:picMkLst>
            <pc:docMk/>
            <pc:sldMk cId="2605858284" sldId="259"/>
            <ac:picMk id="3" creationId="{B2D5C98A-2568-28D0-09FB-E67873D93E7B}"/>
          </ac:picMkLst>
        </pc:picChg>
      </pc:sldChg>
      <pc:sldChg chg="addSp delSp modSp mod modAnim">
        <pc:chgData name="Ana Isabel Ferreira Barbosa" userId="aa4f9260-5475-4ea8-89b1-eb648041e833" providerId="ADAL" clId="{FB46F138-1190-4038-A9F8-203956B0A452}" dt="2026-05-29T08:59:40.592" v="211" actId="1076"/>
        <pc:sldMkLst>
          <pc:docMk/>
          <pc:sldMk cId="1933994861" sldId="261"/>
        </pc:sldMkLst>
        <pc:spChg chg="mod">
          <ac:chgData name="Ana Isabel Ferreira Barbosa" userId="aa4f9260-5475-4ea8-89b1-eb648041e833" providerId="ADAL" clId="{FB46F138-1190-4038-A9F8-203956B0A452}" dt="2026-05-29T08:49:58.352" v="66" actId="20577"/>
          <ac:spMkLst>
            <pc:docMk/>
            <pc:sldMk cId="1933994861" sldId="261"/>
            <ac:spMk id="2" creationId="{863174F5-F124-8C3D-C5CB-B6F5E02E9285}"/>
          </ac:spMkLst>
        </pc:spChg>
        <pc:spChg chg="mod">
          <ac:chgData name="Ana Isabel Ferreira Barbosa" userId="aa4f9260-5475-4ea8-89b1-eb648041e833" providerId="ADAL" clId="{FB46F138-1190-4038-A9F8-203956B0A452}" dt="2026-05-29T08:54:05.519" v="118" actId="20577"/>
          <ac:spMkLst>
            <pc:docMk/>
            <pc:sldMk cId="1933994861" sldId="261"/>
            <ac:spMk id="6" creationId="{83C2E2A1-7D8D-EA00-7A73-06A3BE3E52E1}"/>
          </ac:spMkLst>
        </pc:spChg>
        <pc:spChg chg="mod">
          <ac:chgData name="Ana Isabel Ferreira Barbosa" userId="aa4f9260-5475-4ea8-89b1-eb648041e833" providerId="ADAL" clId="{FB46F138-1190-4038-A9F8-203956B0A452}" dt="2026-05-29T08:54:22.660" v="143" actId="20577"/>
          <ac:spMkLst>
            <pc:docMk/>
            <pc:sldMk cId="1933994861" sldId="261"/>
            <ac:spMk id="7" creationId="{EB2677B8-949A-6552-BC67-19C51D34C19C}"/>
          </ac:spMkLst>
        </pc:spChg>
        <pc:spChg chg="mod">
          <ac:chgData name="Ana Isabel Ferreira Barbosa" userId="aa4f9260-5475-4ea8-89b1-eb648041e833" providerId="ADAL" clId="{FB46F138-1190-4038-A9F8-203956B0A452}" dt="2026-05-29T08:53:36.827" v="85" actId="20577"/>
          <ac:spMkLst>
            <pc:docMk/>
            <pc:sldMk cId="1933994861" sldId="261"/>
            <ac:spMk id="12" creationId="{EB789F37-37DB-4945-74FF-C1453E943B82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53" creationId="{9EE8BE89-9150-1EDA-3523-D9B2FB30ED95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69" creationId="{F689F1FD-D68A-03A3-D51A-B72F6A8EE9E1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71" creationId="{55B06930-734D-D955-3E0B-F4F56167063E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126" creationId="{24B25999-C0F5-0B4A-8634-2F746F2520CB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135" creationId="{330F3C90-3531-28B0-94DA-856179156715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143" creationId="{36E75DD5-AEDA-B858-78FA-DE15ABA46BC5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156" creationId="{933871FA-B42E-7303-6818-7D9FAD6CF5F7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161" creationId="{E99D8735-D3C1-7A75-4C76-2963E66D8B5A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168" creationId="{0C9AAE1A-8153-0F1B-3076-365EE8C2E40D}"/>
          </ac:spMkLst>
        </pc:spChg>
        <pc:spChg chg="mod">
          <ac:chgData name="Ana Isabel Ferreira Barbosa" userId="aa4f9260-5475-4ea8-89b1-eb648041e833" providerId="ADAL" clId="{FB46F138-1190-4038-A9F8-203956B0A452}" dt="2026-05-29T08:55:52.116" v="181" actId="1076"/>
          <ac:spMkLst>
            <pc:docMk/>
            <pc:sldMk cId="1933994861" sldId="261"/>
            <ac:spMk id="169" creationId="{A70EBEAB-799F-A685-6258-A25AA725AAEB}"/>
          </ac:spMkLst>
        </pc:spChg>
        <pc:spChg chg="add mod">
          <ac:chgData name="Ana Isabel Ferreira Barbosa" userId="aa4f9260-5475-4ea8-89b1-eb648041e833" providerId="ADAL" clId="{FB46F138-1190-4038-A9F8-203956B0A452}" dt="2026-05-29T08:53:24.069" v="74" actId="1076"/>
          <ac:spMkLst>
            <pc:docMk/>
            <pc:sldMk cId="1933994861" sldId="261"/>
            <ac:spMk id="188" creationId="{1510518B-56E6-EE27-0DEC-5F0E49C09892}"/>
          </ac:spMkLst>
        </pc:spChg>
        <pc:spChg chg="add mod">
          <ac:chgData name="Ana Isabel Ferreira Barbosa" userId="aa4f9260-5475-4ea8-89b1-eb648041e833" providerId="ADAL" clId="{FB46F138-1190-4038-A9F8-203956B0A452}" dt="2026-05-29T08:59:40.592" v="211" actId="1076"/>
          <ac:spMkLst>
            <pc:docMk/>
            <pc:sldMk cId="1933994861" sldId="261"/>
            <ac:spMk id="190" creationId="{1C07B707-B450-1C6A-D103-4AD17CFB9521}"/>
          </ac:spMkLst>
        </pc:spChg>
        <pc:grpChg chg="add del">
          <ac:chgData name="Ana Isabel Ferreira Barbosa" userId="aa4f9260-5475-4ea8-89b1-eb648041e833" providerId="ADAL" clId="{FB46F138-1190-4038-A9F8-203956B0A452}" dt="2026-05-29T08:50:18.306" v="69" actId="21"/>
          <ac:grpSpMkLst>
            <pc:docMk/>
            <pc:sldMk cId="1933994861" sldId="261"/>
            <ac:grpSpMk id="24" creationId="{D8B2A281-70FE-EB94-29C7-2BFED6FD5C92}"/>
          </ac:grpSpMkLst>
        </pc:grpChg>
        <pc:picChg chg="mod">
          <ac:chgData name="Ana Isabel Ferreira Barbosa" userId="aa4f9260-5475-4ea8-89b1-eb648041e833" providerId="ADAL" clId="{FB46F138-1190-4038-A9F8-203956B0A452}" dt="2026-05-29T08:56:02.694" v="200" actId="1037"/>
          <ac:picMkLst>
            <pc:docMk/>
            <pc:sldMk cId="1933994861" sldId="261"/>
            <ac:picMk id="3" creationId="{BF0D464B-B823-791D-83AC-2516D313E60C}"/>
          </ac:picMkLst>
        </pc:picChg>
        <pc:picChg chg="del">
          <ac:chgData name="Ana Isabel Ferreira Barbosa" userId="aa4f9260-5475-4ea8-89b1-eb648041e833" providerId="ADAL" clId="{FB46F138-1190-4038-A9F8-203956B0A452}" dt="2026-05-29T08:50:18.306" v="69" actId="21"/>
          <ac:picMkLst>
            <pc:docMk/>
            <pc:sldMk cId="1933994861" sldId="261"/>
            <ac:picMk id="23" creationId="{12CDC1F1-ED56-6B52-58F3-73FD7EA91EAE}"/>
          </ac:picMkLst>
        </pc:picChg>
        <pc:picChg chg="add mod">
          <ac:chgData name="Ana Isabel Ferreira Barbosa" userId="aa4f9260-5475-4ea8-89b1-eb648041e833" providerId="ADAL" clId="{FB46F138-1190-4038-A9F8-203956B0A452}" dt="2026-05-29T08:55:30.898" v="177" actId="1076"/>
          <ac:picMkLst>
            <pc:docMk/>
            <pc:sldMk cId="1933994861" sldId="261"/>
            <ac:picMk id="189" creationId="{1D2277CD-C8B9-6DDF-5809-C751C8AFBCF3}"/>
          </ac:picMkLst>
        </pc:picChg>
      </pc:sldChg>
      <pc:sldChg chg="addSp modSp mod">
        <pc:chgData name="Ana Isabel Ferreira Barbosa" userId="aa4f9260-5475-4ea8-89b1-eb648041e833" providerId="ADAL" clId="{FB46F138-1190-4038-A9F8-203956B0A452}" dt="2026-05-29T10:10:59.399" v="1156" actId="113"/>
        <pc:sldMkLst>
          <pc:docMk/>
          <pc:sldMk cId="1655522972" sldId="264"/>
        </pc:sldMkLst>
        <pc:spChg chg="mod">
          <ac:chgData name="Ana Isabel Ferreira Barbosa" userId="aa4f9260-5475-4ea8-89b1-eb648041e833" providerId="ADAL" clId="{FB46F138-1190-4038-A9F8-203956B0A452}" dt="2026-05-29T09:16:17.400" v="553" actId="20577"/>
          <ac:spMkLst>
            <pc:docMk/>
            <pc:sldMk cId="1655522972" sldId="264"/>
            <ac:spMk id="2" creationId="{2D3DCF64-9EE2-8C0A-D62C-198230286132}"/>
          </ac:spMkLst>
        </pc:spChg>
        <pc:spChg chg="add mod">
          <ac:chgData name="Ana Isabel Ferreira Barbosa" userId="aa4f9260-5475-4ea8-89b1-eb648041e833" providerId="ADAL" clId="{FB46F138-1190-4038-A9F8-203956B0A452}" dt="2026-05-29T09:25:10.750" v="603" actId="20577"/>
          <ac:spMkLst>
            <pc:docMk/>
            <pc:sldMk cId="1655522972" sldId="264"/>
            <ac:spMk id="3" creationId="{64253D1F-1A60-7CC7-F559-B5B8B730D360}"/>
          </ac:spMkLst>
        </pc:spChg>
        <pc:spChg chg="add mod">
          <ac:chgData name="Ana Isabel Ferreira Barbosa" userId="aa4f9260-5475-4ea8-89b1-eb648041e833" providerId="ADAL" clId="{FB46F138-1190-4038-A9F8-203956B0A452}" dt="2026-05-29T09:17:51.204" v="563" actId="1076"/>
          <ac:spMkLst>
            <pc:docMk/>
            <pc:sldMk cId="1655522972" sldId="264"/>
            <ac:spMk id="5" creationId="{826889DA-F12A-993D-3E76-DAA012FD9CF0}"/>
          </ac:spMkLst>
        </pc:spChg>
        <pc:spChg chg="add mod">
          <ac:chgData name="Ana Isabel Ferreira Barbosa" userId="aa4f9260-5475-4ea8-89b1-eb648041e833" providerId="ADAL" clId="{FB46F138-1190-4038-A9F8-203956B0A452}" dt="2026-05-29T09:23:24.725" v="567" actId="1076"/>
          <ac:spMkLst>
            <pc:docMk/>
            <pc:sldMk cId="1655522972" sldId="264"/>
            <ac:spMk id="7" creationId="{2127D23C-5558-BA96-164A-CF85B1BC70B6}"/>
          </ac:spMkLst>
        </pc:spChg>
        <pc:spChg chg="add mod">
          <ac:chgData name="Ana Isabel Ferreira Barbosa" userId="aa4f9260-5475-4ea8-89b1-eb648041e833" providerId="ADAL" clId="{FB46F138-1190-4038-A9F8-203956B0A452}" dt="2026-05-29T10:10:06.176" v="1083" actId="21"/>
          <ac:spMkLst>
            <pc:docMk/>
            <pc:sldMk cId="1655522972" sldId="264"/>
            <ac:spMk id="8" creationId="{BFC592FB-03BF-A46F-1367-5B95DC1FE166}"/>
          </ac:spMkLst>
        </pc:spChg>
        <pc:spChg chg="add mod">
          <ac:chgData name="Ana Isabel Ferreira Barbosa" userId="aa4f9260-5475-4ea8-89b1-eb648041e833" providerId="ADAL" clId="{FB46F138-1190-4038-A9F8-203956B0A452}" dt="2026-05-29T10:10:59.399" v="1156" actId="113"/>
          <ac:spMkLst>
            <pc:docMk/>
            <pc:sldMk cId="1655522972" sldId="264"/>
            <ac:spMk id="10" creationId="{9B6768AE-FE37-DADE-97E9-B590B7AAE850}"/>
          </ac:spMkLst>
        </pc:spChg>
        <pc:picChg chg="add mod">
          <ac:chgData name="Ana Isabel Ferreira Barbosa" userId="aa4f9260-5475-4ea8-89b1-eb648041e833" providerId="ADAL" clId="{FB46F138-1190-4038-A9F8-203956B0A452}" dt="2026-05-29T09:23:24.725" v="567" actId="1076"/>
          <ac:picMkLst>
            <pc:docMk/>
            <pc:sldMk cId="1655522972" sldId="264"/>
            <ac:picMk id="6" creationId="{5BF16B3A-961D-5E2F-EDFB-955924ED1C44}"/>
          </ac:picMkLst>
        </pc:picChg>
      </pc:sldChg>
      <pc:sldChg chg="modSp mod">
        <pc:chgData name="Ana Isabel Ferreira Barbosa" userId="aa4f9260-5475-4ea8-89b1-eb648041e833" providerId="ADAL" clId="{FB46F138-1190-4038-A9F8-203956B0A452}" dt="2026-05-29T10:12:25.927" v="1224" actId="20577"/>
        <pc:sldMkLst>
          <pc:docMk/>
          <pc:sldMk cId="3890920476" sldId="265"/>
        </pc:sldMkLst>
        <pc:spChg chg="mod">
          <ac:chgData name="Ana Isabel Ferreira Barbosa" userId="aa4f9260-5475-4ea8-89b1-eb648041e833" providerId="ADAL" clId="{FB46F138-1190-4038-A9F8-203956B0A452}" dt="2026-05-29T10:12:25.927" v="1224" actId="20577"/>
          <ac:spMkLst>
            <pc:docMk/>
            <pc:sldMk cId="3890920476" sldId="265"/>
            <ac:spMk id="2" creationId="{DE57F735-B2F2-6BC9-B428-1C6798F40B86}"/>
          </ac:spMkLst>
        </pc:spChg>
      </pc:sldChg>
      <pc:sldChg chg="modSp mod">
        <pc:chgData name="Ana Isabel Ferreira Barbosa" userId="aa4f9260-5475-4ea8-89b1-eb648041e833" providerId="ADAL" clId="{FB46F138-1190-4038-A9F8-203956B0A452}" dt="2026-05-29T10:17:45.847" v="1287" actId="20577"/>
        <pc:sldMkLst>
          <pc:docMk/>
          <pc:sldMk cId="2758067280" sldId="266"/>
        </pc:sldMkLst>
        <pc:spChg chg="mod">
          <ac:chgData name="Ana Isabel Ferreira Barbosa" userId="aa4f9260-5475-4ea8-89b1-eb648041e833" providerId="ADAL" clId="{FB46F138-1190-4038-A9F8-203956B0A452}" dt="2026-05-29T10:17:45.847" v="1287" actId="20577"/>
          <ac:spMkLst>
            <pc:docMk/>
            <pc:sldMk cId="2758067280" sldId="266"/>
            <ac:spMk id="5" creationId="{B039888E-892B-EF3A-465E-3B9EDC8CCF8F}"/>
          </ac:spMkLst>
        </pc:spChg>
      </pc:sldChg>
      <pc:sldChg chg="modSp mod">
        <pc:chgData name="Ana Isabel Ferreira Barbosa" userId="aa4f9260-5475-4ea8-89b1-eb648041e833" providerId="ADAL" clId="{FB46F138-1190-4038-A9F8-203956B0A452}" dt="2026-05-29T10:19:38.710" v="1303" actId="20577"/>
        <pc:sldMkLst>
          <pc:docMk/>
          <pc:sldMk cId="2040158143" sldId="268"/>
        </pc:sldMkLst>
        <pc:spChg chg="mod">
          <ac:chgData name="Ana Isabel Ferreira Barbosa" userId="aa4f9260-5475-4ea8-89b1-eb648041e833" providerId="ADAL" clId="{FB46F138-1190-4038-A9F8-203956B0A452}" dt="2026-05-29T10:19:38.710" v="1303" actId="20577"/>
          <ac:spMkLst>
            <pc:docMk/>
            <pc:sldMk cId="2040158143" sldId="268"/>
            <ac:spMk id="2" creationId="{270CC1CE-EB90-3E3E-6DC8-F11F844E3253}"/>
          </ac:spMkLst>
        </pc:spChg>
      </pc:sldChg>
      <pc:sldChg chg="del">
        <pc:chgData name="Ana Isabel Ferreira Barbosa" userId="aa4f9260-5475-4ea8-89b1-eb648041e833" providerId="ADAL" clId="{FB46F138-1190-4038-A9F8-203956B0A452}" dt="2026-05-29T14:03:38.782" v="1342" actId="2696"/>
        <pc:sldMkLst>
          <pc:docMk/>
          <pc:sldMk cId="2250921050" sldId="269"/>
        </pc:sldMkLst>
      </pc:sldChg>
      <pc:sldChg chg="add">
        <pc:chgData name="Ana Isabel Ferreira Barbosa" userId="aa4f9260-5475-4ea8-89b1-eb648041e833" providerId="ADAL" clId="{FB46F138-1190-4038-A9F8-203956B0A452}" dt="2026-05-29T14:03:42.732" v="1343"/>
        <pc:sldMkLst>
          <pc:docMk/>
          <pc:sldMk cId="2939666226" sldId="269"/>
        </pc:sldMkLst>
      </pc:sldChg>
      <pc:sldChg chg="modSp mod">
        <pc:chgData name="Ana Isabel Ferreira Barbosa" userId="aa4f9260-5475-4ea8-89b1-eb648041e833" providerId="ADAL" clId="{FB46F138-1190-4038-A9F8-203956B0A452}" dt="2026-05-29T10:21:34.798" v="1331" actId="20577"/>
        <pc:sldMkLst>
          <pc:docMk/>
          <pc:sldMk cId="2284516200" sldId="270"/>
        </pc:sldMkLst>
        <pc:spChg chg="mod">
          <ac:chgData name="Ana Isabel Ferreira Barbosa" userId="aa4f9260-5475-4ea8-89b1-eb648041e833" providerId="ADAL" clId="{FB46F138-1190-4038-A9F8-203956B0A452}" dt="2026-05-29T10:21:34.798" v="1331" actId="20577"/>
          <ac:spMkLst>
            <pc:docMk/>
            <pc:sldMk cId="2284516200" sldId="270"/>
            <ac:spMk id="2" creationId="{7F6FB202-8669-D382-F3AD-3A47C9B36CC5}"/>
          </ac:spMkLst>
        </pc:spChg>
      </pc:sldChg>
      <pc:sldChg chg="addSp delSp modSp new mod">
        <pc:chgData name="Ana Isabel Ferreira Barbosa" userId="aa4f9260-5475-4ea8-89b1-eb648041e833" providerId="ADAL" clId="{FB46F138-1190-4038-A9F8-203956B0A452}" dt="2026-05-29T13:58:52.304" v="1341"/>
        <pc:sldMkLst>
          <pc:docMk/>
          <pc:sldMk cId="2062994761" sldId="271"/>
        </pc:sldMkLst>
        <pc:spChg chg="add del mod">
          <ac:chgData name="Ana Isabel Ferreira Barbosa" userId="aa4f9260-5475-4ea8-89b1-eb648041e833" providerId="ADAL" clId="{FB46F138-1190-4038-A9F8-203956B0A452}" dt="2026-05-29T13:58:52.304" v="1341"/>
          <ac:spMkLst>
            <pc:docMk/>
            <pc:sldMk cId="2062994761" sldId="271"/>
            <ac:spMk id="2" creationId="{AF9752C2-2B02-2C06-B32F-4438E13654B0}"/>
          </ac:spMkLst>
        </pc:spChg>
        <pc:spChg chg="del">
          <ac:chgData name="Ana Isabel Ferreira Barbosa" userId="aa4f9260-5475-4ea8-89b1-eb648041e833" providerId="ADAL" clId="{FB46F138-1190-4038-A9F8-203956B0A452}" dt="2026-05-29T10:11:20.759" v="1158" actId="478"/>
          <ac:spMkLst>
            <pc:docMk/>
            <pc:sldMk cId="2062994761" sldId="271"/>
            <ac:spMk id="2" creationId="{FAB6EE10-D3BD-F196-96ED-911981FF41B3}"/>
          </ac:spMkLst>
        </pc:spChg>
        <pc:spChg chg="del">
          <ac:chgData name="Ana Isabel Ferreira Barbosa" userId="aa4f9260-5475-4ea8-89b1-eb648041e833" providerId="ADAL" clId="{FB46F138-1190-4038-A9F8-203956B0A452}" dt="2026-05-29T10:11:22.420" v="1159" actId="478"/>
          <ac:spMkLst>
            <pc:docMk/>
            <pc:sldMk cId="2062994761" sldId="271"/>
            <ac:spMk id="3" creationId="{A6838B1E-01E9-27E4-B489-C5C373BCBB4C}"/>
          </ac:spMkLst>
        </pc:spChg>
        <pc:spChg chg="add mod">
          <ac:chgData name="Ana Isabel Ferreira Barbosa" userId="aa4f9260-5475-4ea8-89b1-eb648041e833" providerId="ADAL" clId="{FB46F138-1190-4038-A9F8-203956B0A452}" dt="2026-05-29T10:13:39.130" v="1248" actId="20577"/>
          <ac:spMkLst>
            <pc:docMk/>
            <pc:sldMk cId="2062994761" sldId="271"/>
            <ac:spMk id="5" creationId="{E23A15BF-48B1-52C9-1B59-D5038627CE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42EF0-8D8A-794A-9BA7-2C60829D5D70}" type="datetimeFigureOut">
              <a:rPr lang="pt-PT" smtClean="0"/>
              <a:t>30/05/2026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3540F-9367-0D47-98F5-9B10276BAB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294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2BC0-6844-01D8-39B0-2C84B8FA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07A899B-99FD-FD49-D123-25998C936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D9AB9CD-A7B5-FB99-E1AE-1FB4E6473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2CC019F-0A56-9BFB-1454-E573580D0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2640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D0F16-F824-9CA7-2031-ADCF68238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5C8C1EB-C6CD-4354-A83C-D9C68DB26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67064E7-35B6-C25E-CDDD-FD6A10F4B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2157F2F-B1AF-60F4-BB69-1EC504C6A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016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EA1E-808C-ABAF-4160-8D4648AB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D147920-9060-36A9-84C0-71FCDB66C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7A84A93-1DD1-DE0E-2D5C-DBE012EDC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3308B10-7487-2088-CAE8-D1ACAD8C9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737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7386-2EA0-9576-C447-10367CB6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9B6A0F2-218D-2210-F166-600FDB99A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BAE4725-3070-C762-E12C-22665D12D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9747F82-610C-9384-B521-1F07C1742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089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1CB75-27B7-4CCB-44BA-4522055D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96B6F54-1AC9-9084-FAC4-4077D4E00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C4FA1E6-619D-E771-BB8E-79B153984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70AD99D-C6C8-E31D-643B-874F156E2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0100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B812-D90A-4F59-A30D-0A9D7E24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3F1A3F8-18E1-6228-4DF0-B82201C70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D09E881-176F-90C7-4204-278258135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51C4F45-0A3B-A29F-C8FC-53E4FFE08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4830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46FD-279C-69B7-5067-E3D27299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84D7DB2-FB82-2AC1-E2A1-A876873C0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5A8D107-530C-6896-9E18-DE227FF50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3BC97EC-241E-D120-F867-99567B205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2414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BEB8D-5CB7-3AD9-05AB-123D6EB0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47F7348-CCAB-37E1-3C9F-A20344447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A3E1B78-3907-99C4-F5C3-23752E0F7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7B03368-2011-2194-0226-6F5B98684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3540F-9367-0D47-98F5-9B10276BABBB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649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3AA6C-7C17-5DEE-A917-D260A444C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A90354-E8D3-4826-40E1-BDE975447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1E4A19C-0ABF-3001-A689-9B0AE3BA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F7E0D-A98D-FC46-A396-9B623EEE4DE5}" type="datetime1">
              <a:rPr lang="pt-PT" smtClean="0"/>
              <a:t>30/05/2026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12BED2B-E3CD-C561-45DF-E76B4170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52D7E68-5310-74FB-DDB1-F60B6AD2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391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6A14B-9E8B-9312-F45A-EDE68C75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8079F1B-67EA-965B-450B-3DFEB7516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C593606-7074-8F81-CBE5-0F16DCE6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A3C5-1093-2341-979E-2F5842C2B4E3}" type="datetime1">
              <a:rPr lang="pt-PT" smtClean="0"/>
              <a:t>30/05/2026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E2DFF1F-9953-EC71-9A81-5982D033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987B5A9-90B7-F496-E268-A80677FA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686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C4E36-7659-AFBA-83CD-D2CF831B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8F4CA2A-DCBF-F0F3-AD96-EDCAA36E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0960F4-E601-F90A-E525-E67D9CF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9888E-9564-CB4E-AB78-F5256631C9E2}" type="datetime1">
              <a:rPr lang="pt-PT" smtClean="0"/>
              <a:t>30/05/2026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4B08712-32F2-1CB8-87F2-527B7FBCE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7DFB367-F533-3856-D3BF-75ED27E5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333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4C8B9-AF01-DBC5-010B-474B00B5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4701276-1ED3-4752-6528-B32ACD01F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8208E70-C1DE-BCEE-1876-2D8F3708B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058B12C-5E7B-DAD7-9BEA-35B781B0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1F64-B2F3-9843-BE39-9D25794D491A}" type="datetime1">
              <a:rPr lang="pt-PT" smtClean="0"/>
              <a:t>30/05/2026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041A992-30FE-26DA-3618-DE639BFAD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476E0ED-003A-CE24-DA1E-69F26C6B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84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7DA99-4FC3-D862-08C9-B70BFE09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12391BD-EA9D-200C-C57C-D77DAC09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0EE230F-EEF1-A72D-3108-0F2634FF3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51D0E8F-C676-B394-5A9D-D9101FBE5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A9E9643-A6B1-13EC-F9F2-36B328E6D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C9618CF-AC44-088B-F42F-96ED81715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58701-3ECC-8545-BD7C-F4FBB1A481E0}" type="datetime1">
              <a:rPr lang="pt-PT" smtClean="0"/>
              <a:t>30/05/2026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63DA29C6-3888-6916-8F6C-18255BB8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ED48019-276A-CB1B-6047-72CCA214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434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C418A-2CE7-59AB-1415-8455DC90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90BDDCD-A08D-814B-ECBC-EC924811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A01F-7267-D847-B8E6-CF2C063FD33F}" type="datetime1">
              <a:rPr lang="pt-PT" smtClean="0"/>
              <a:t>30/05/2026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CBB7673-56DB-3743-762D-7D5817D1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770E420-48D2-25C5-E4C7-2927EC17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4953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9567977-7FB8-AAE1-95C8-551FC8F28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BE86E-37DE-5E4C-B213-03B47148353D}" type="datetime1">
              <a:rPr lang="pt-PT" smtClean="0"/>
              <a:t>30/05/2026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94D4E69-F465-FCF5-35F5-718DAE65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8ECB176-FEE7-D62B-A52A-3F9D32B0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5759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DB68D-64B5-5C23-BCEF-73BE99F7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727C56E-F1D1-E517-842D-1B157773A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6AB834C-E57C-5E5B-A1F7-D25227E03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EA4CDE8-E7E7-DC21-BA84-440ACCD0F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CA032-B199-AE4B-9D44-F5DA316B7FED}" type="datetime1">
              <a:rPr lang="pt-PT" smtClean="0"/>
              <a:t>30/05/2026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295495A-F901-8477-41D3-05EAC4F2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D417A13-ED22-0F52-F118-CC77B28B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955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C1824-1EFF-E334-C9AB-8CCB181A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2D5F5A-9A41-2523-99B5-4C05AD148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788C41F-F762-888B-F477-83214782F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34F495C-9EDB-3A3C-3437-2AB4E36E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EB4A2-DB3A-5F4F-A1AD-33D3CB9A546B}" type="datetime1">
              <a:rPr lang="pt-PT" smtClean="0"/>
              <a:t>30/05/2026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ED0533C-482F-4489-E6CC-2E0BCCE72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46B3727-BC45-5E10-0169-DD99CA979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869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36336-60C8-8819-249C-E97D1EA6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55A1175-3B6E-819D-165C-E8A8D121C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40EBCB-F7CE-6FA1-6B35-50997218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F9F9-8EF5-484D-B874-A67EA5CAA296}" type="datetime1">
              <a:rPr lang="pt-PT" smtClean="0"/>
              <a:t>30/05/2026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D324D52-9A45-46AF-00BC-20E873F7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B85E291-1EBF-93AA-442D-52CC3256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013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2EE1DA-9A2D-38E9-D015-2AB146535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2E99A72-85B6-CBE5-F6CB-6596873A5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25135A3-72B1-798F-C974-DD0FC0AC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05-5B49-3A46-9CBC-75C06D1177B5}" type="datetime1">
              <a:rPr lang="pt-PT" smtClean="0"/>
              <a:t>30/05/2026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407B730-8AE4-D496-A433-7B8A372C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DEBD949-5695-4667-7274-F4B2986A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479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90CD6E0-6585-89E4-307A-E465CFEE3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4B611AC-CCED-1599-7A85-228E33BF5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5F5F62B-E0F1-4453-8206-F395D2383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969FD-819B-424A-9B8F-5C5541065FA2}" type="datetime1">
              <a:rPr lang="pt-PT" smtClean="0"/>
              <a:t>30/05/2026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DB3475-C241-4EE5-A76F-9A2264761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E86152-403F-3751-CCF9-FA44BA329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FADB4-7AD2-F74F-8206-4E5F620F9DB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716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eduar\AppData\Local\Temp\ipykernel_26860\1061659367.py: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605D0AE-A1FE-86B1-3325-26F370840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16087" y="-3421"/>
            <a:ext cx="4959826" cy="16002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B079987-3B4F-423D-E4E1-65ACB85DD4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821" t="72739"/>
          <a:stretch>
            <a:fillRect/>
          </a:stretch>
        </p:blipFill>
        <p:spPr>
          <a:xfrm rot="10800000">
            <a:off x="-2" y="0"/>
            <a:ext cx="4325258" cy="3449838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5A507A46-71D2-E375-00B3-969645AC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30723"/>
            <a:ext cx="9144000" cy="1029346"/>
          </a:xfrm>
        </p:spPr>
        <p:txBody>
          <a:bodyPr anchor="ctr">
            <a:normAutofit fontScale="90000"/>
          </a:bodyPr>
          <a:lstStyle/>
          <a:p>
            <a:r>
              <a:rPr lang="en-GB" noProof="0" dirty="0"/>
              <a:t>Machine Learning approaches for accelerating antibiotic susceptibility testing (AST) in microfluidic systems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6157CDF-310B-CE60-DD52-53A9DA8BC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44472" y="122415"/>
            <a:ext cx="1198564" cy="108683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1D4AF64-705E-A405-6167-B132CB854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87510" y="122415"/>
            <a:ext cx="1671414" cy="674264"/>
          </a:xfrm>
          <a:prstGeom prst="rect">
            <a:avLst/>
          </a:prstGeom>
        </p:spPr>
      </p:pic>
      <p:sp>
        <p:nvSpPr>
          <p:cNvPr id="20" name="Subtítulo 2">
            <a:extLst>
              <a:ext uri="{FF2B5EF4-FFF2-40B4-BE49-F238E27FC236}">
                <a16:creationId xmlns:a16="http://schemas.microsoft.com/office/drawing/2014/main" id="{F9C4B53A-0BB6-6A77-F142-21C69B269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77541"/>
            <a:ext cx="9144000" cy="1655762"/>
          </a:xfrm>
        </p:spPr>
        <p:txBody>
          <a:bodyPr/>
          <a:lstStyle/>
          <a:p>
            <a:r>
              <a:rPr lang="en-GB" sz="2800" noProof="0" dirty="0"/>
              <a:t>Eduarda Santos</a:t>
            </a:r>
          </a:p>
          <a:p>
            <a:r>
              <a:rPr lang="en-GB" dirty="0"/>
              <a:t>PG 58815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88175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16A9C-86BB-F10B-B6EF-5D6BB0DD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F1BCB0-31D6-3583-DE3D-802F964B2274}"/>
              </a:ext>
            </a:extLst>
          </p:cNvPr>
          <p:cNvSpPr/>
          <p:nvPr/>
        </p:nvSpPr>
        <p:spPr>
          <a:xfrm>
            <a:off x="6293707" y="5478162"/>
            <a:ext cx="1202725" cy="4695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7813117-DDE3-F2D6-31D6-90ED1BBF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E80262B-5CD8-B9D6-EDB8-0579D93D8660}"/>
              </a:ext>
            </a:extLst>
          </p:cNvPr>
          <p:cNvSpPr txBox="1"/>
          <p:nvPr/>
        </p:nvSpPr>
        <p:spPr>
          <a:xfrm>
            <a:off x="680305" y="446615"/>
            <a:ext cx="4436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Why is AST important? 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F4266E3-BDD5-9FEF-31B7-DE350619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2</a:t>
            </a:fld>
            <a:endParaRPr lang="en-GB" noProof="0" dirty="0"/>
          </a:p>
        </p:txBody>
      </p:sp>
      <p:pic>
        <p:nvPicPr>
          <p:cNvPr id="3" name="Imagem 24">
            <a:extLst>
              <a:ext uri="{FF2B5EF4-FFF2-40B4-BE49-F238E27FC236}">
                <a16:creationId xmlns:a16="http://schemas.microsoft.com/office/drawing/2014/main" id="{B2D5C98A-2568-28D0-09FB-E67873D93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20" y="1298862"/>
            <a:ext cx="8722298" cy="4875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F47548-5F18-1D38-3917-4776FAF3F3E4}"/>
              </a:ext>
            </a:extLst>
          </p:cNvPr>
          <p:cNvSpPr txBox="1"/>
          <p:nvPr/>
        </p:nvSpPr>
        <p:spPr>
          <a:xfrm>
            <a:off x="9580880" y="3322320"/>
            <a:ext cx="226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noProof="0" dirty="0"/>
              <a:t>MIC value</a:t>
            </a:r>
          </a:p>
        </p:txBody>
      </p:sp>
    </p:spTree>
    <p:extLst>
      <p:ext uri="{BB962C8B-B14F-4D97-AF65-F5344CB8AC3E}">
        <p14:creationId xmlns:p14="http://schemas.microsoft.com/office/powerpoint/2010/main" val="260585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509DA-00F9-CF97-E773-26F2E138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484670D-6DAB-C008-E6D4-89F0111AD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32239AB-FB0E-9297-5ABB-00D8EAC445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63174F5-F124-8C3D-C5CB-B6F5E02E9285}"/>
              </a:ext>
            </a:extLst>
          </p:cNvPr>
          <p:cNvSpPr txBox="1"/>
          <p:nvPr/>
        </p:nvSpPr>
        <p:spPr>
          <a:xfrm>
            <a:off x="680305" y="446615"/>
            <a:ext cx="4916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New technologies for AST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0A2D5D9-0B30-BD3B-A9A6-72147D48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3</a:t>
            </a:fld>
            <a:endParaRPr lang="en-GB" noProof="0" dirty="0"/>
          </a:p>
        </p:txBody>
      </p:sp>
      <p:pic>
        <p:nvPicPr>
          <p:cNvPr id="3" name="Reis_et_al_SI_film_compressed_final">
            <a:hlinkClick r:id="" action="ppaction://media"/>
            <a:extLst>
              <a:ext uri="{FF2B5EF4-FFF2-40B4-BE49-F238E27FC236}">
                <a16:creationId xmlns:a16="http://schemas.microsoft.com/office/drawing/2014/main" id="{BF0D464B-B823-791D-83AC-2516D313E6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85024" y="2358717"/>
            <a:ext cx="2936413" cy="293641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A534026-499A-D2D5-DA65-1FC40EA7460D}"/>
              </a:ext>
            </a:extLst>
          </p:cNvPr>
          <p:cNvGrpSpPr/>
          <p:nvPr/>
        </p:nvGrpSpPr>
        <p:grpSpPr>
          <a:xfrm>
            <a:off x="6825638" y="2048438"/>
            <a:ext cx="5264580" cy="3854371"/>
            <a:chOff x="3237339" y="751415"/>
            <a:chExt cx="8984780" cy="6578053"/>
          </a:xfrm>
        </p:grpSpPr>
        <p:sp>
          <p:nvSpPr>
            <p:cNvPr id="6" name="Rectangle 214">
              <a:extLst>
                <a:ext uri="{FF2B5EF4-FFF2-40B4-BE49-F238E27FC236}">
                  <a16:creationId xmlns:a16="http://schemas.microsoft.com/office/drawing/2014/main" id="{83C2E2A1-7D8D-EA00-7A73-06A3BE3E5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416" y="5773152"/>
              <a:ext cx="2054665" cy="1260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400" i="1" noProof="0" dirty="0">
                  <a:latin typeface="Arial" panose="020B0604020202020204" pitchFamily="34" charset="0"/>
                  <a:cs typeface="Arial" pitchFamily="34" charset="0"/>
                </a:rPr>
                <a:t>Hydrophilic polymer coating</a:t>
              </a:r>
            </a:p>
          </p:txBody>
        </p:sp>
        <p:sp>
          <p:nvSpPr>
            <p:cNvPr id="7" name="Rectangle 214">
              <a:extLst>
                <a:ext uri="{FF2B5EF4-FFF2-40B4-BE49-F238E27FC236}">
                  <a16:creationId xmlns:a16="http://schemas.microsoft.com/office/drawing/2014/main" id="{EB2677B8-949A-6552-BC67-19C51D34C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080" y="5701144"/>
              <a:ext cx="2624395" cy="1628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400" i="1" noProof="0" dirty="0">
                  <a:latin typeface="Arial" panose="020B0604020202020204" pitchFamily="34" charset="0"/>
                  <a:cs typeface="Arial" pitchFamily="34" charset="0"/>
                </a:rPr>
                <a:t>Antibiotic loaded in thin-film on hydrophilic polymer</a:t>
              </a:r>
              <a:endParaRPr lang="en-GB" sz="1400" b="1" i="1" noProof="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7C647833-56C3-F400-F28E-D5D2AD9E62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9" t="36830" r="37065" b="22553"/>
            <a:stretch/>
          </p:blipFill>
          <p:spPr bwMode="auto">
            <a:xfrm>
              <a:off x="7956376" y="1668696"/>
              <a:ext cx="1638166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7FB26218-6866-B70E-E53A-7582739164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28" r="6292" b="10372"/>
            <a:stretch/>
          </p:blipFill>
          <p:spPr bwMode="auto">
            <a:xfrm>
              <a:off x="3707905" y="1668696"/>
              <a:ext cx="2556315" cy="14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214">
              <a:extLst>
                <a:ext uri="{FF2B5EF4-FFF2-40B4-BE49-F238E27FC236}">
                  <a16:creationId xmlns:a16="http://schemas.microsoft.com/office/drawing/2014/main" id="{B110D738-E454-47DD-BF0B-2726EC933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4865" y="3101551"/>
              <a:ext cx="2047084" cy="523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400" i="1" noProof="0" dirty="0" err="1">
                  <a:latin typeface="Arial" panose="020B0604020202020204" pitchFamily="34" charset="0"/>
                  <a:cs typeface="Arial" pitchFamily="34" charset="0"/>
                </a:rPr>
                <a:t>i</a:t>
              </a:r>
              <a:r>
                <a:rPr lang="en-GB" sz="1400" i="1" noProof="0" dirty="0">
                  <a:latin typeface="Arial" panose="020B0604020202020204" pitchFamily="34" charset="0"/>
                  <a:cs typeface="Arial" pitchFamily="34" charset="0"/>
                </a:rPr>
                <a:t>. Sample drawn up by capillary action</a:t>
              </a:r>
            </a:p>
          </p:txBody>
        </p:sp>
        <p:sp>
          <p:nvSpPr>
            <p:cNvPr id="11" name="Rectangle 214">
              <a:extLst>
                <a:ext uri="{FF2B5EF4-FFF2-40B4-BE49-F238E27FC236}">
                  <a16:creationId xmlns:a16="http://schemas.microsoft.com/office/drawing/2014/main" id="{AEB5B6FF-AFA9-D407-972C-2399416E0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0385" y="4720414"/>
              <a:ext cx="2201734" cy="523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400" i="1" noProof="0" dirty="0">
                  <a:latin typeface="Arial" panose="020B0604020202020204" pitchFamily="34" charset="0"/>
                  <a:cs typeface="Arial" pitchFamily="34" charset="0"/>
                </a:rPr>
                <a:t>ii. Reagent released and mixed into sample</a:t>
              </a:r>
            </a:p>
          </p:txBody>
        </p:sp>
        <p:sp>
          <p:nvSpPr>
            <p:cNvPr id="12" name="Rectangle 214">
              <a:extLst>
                <a:ext uri="{FF2B5EF4-FFF2-40B4-BE49-F238E27FC236}">
                  <a16:creationId xmlns:a16="http://schemas.microsoft.com/office/drawing/2014/main" id="{EB789F37-37DB-4945-74FF-C1453E943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339" y="751415"/>
              <a:ext cx="3366938" cy="892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>
                  <a:latin typeface="Arial" panose="020B0604020202020204" pitchFamily="34" charset="0"/>
                  <a:cs typeface="Arial" pitchFamily="34" charset="0"/>
                </a:rPr>
                <a:t>Step 1: Bacteria loaded test dip strip</a:t>
              </a:r>
            </a:p>
          </p:txBody>
        </p:sp>
        <p:sp>
          <p:nvSpPr>
            <p:cNvPr id="15" name="Rectangle 214">
              <a:extLst>
                <a:ext uri="{FF2B5EF4-FFF2-40B4-BE49-F238E27FC236}">
                  <a16:creationId xmlns:a16="http://schemas.microsoft.com/office/drawing/2014/main" id="{8E51C3EA-6647-A03F-FB14-DDF9F1669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112" y="3416052"/>
              <a:ext cx="2310974" cy="892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400" i="1" noProof="0" dirty="0">
                  <a:latin typeface="Arial" panose="020B0604020202020204" pitchFamily="34" charset="0"/>
                  <a:cs typeface="Arial" pitchFamily="34" charset="0"/>
                </a:rPr>
                <a:t>Fluoropolymer capillary wall</a:t>
              </a:r>
              <a:endParaRPr lang="en-GB" sz="1400" b="1" i="1" noProof="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Rectangle 214">
              <a:extLst>
                <a:ext uri="{FF2B5EF4-FFF2-40B4-BE49-F238E27FC236}">
                  <a16:creationId xmlns:a16="http://schemas.microsoft.com/office/drawing/2014/main" id="{4E69AD58-24AA-B130-46AE-5BF6E9909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5202" y="761542"/>
              <a:ext cx="3366938" cy="892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>
                  <a:latin typeface="Arial" panose="020B0604020202020204" pitchFamily="34" charset="0"/>
                  <a:cs typeface="Arial" pitchFamily="34" charset="0"/>
                </a:rPr>
                <a:t>Step 2: Test strip dipped into sample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42226CD-EA85-DDD5-F57C-BA5393316B3B}"/>
                </a:ext>
              </a:extLst>
            </p:cNvPr>
            <p:cNvGrpSpPr/>
            <p:nvPr/>
          </p:nvGrpSpPr>
          <p:grpSpPr>
            <a:xfrm>
              <a:off x="4501602" y="3284531"/>
              <a:ext cx="1013136" cy="2160000"/>
              <a:chOff x="3227241" y="4376936"/>
              <a:chExt cx="1013136" cy="2160000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EB33E28-4A5B-1CEF-AF8E-D946A8FABCE7}"/>
                  </a:ext>
                </a:extLst>
              </p:cNvPr>
              <p:cNvSpPr/>
              <p:nvPr/>
            </p:nvSpPr>
            <p:spPr>
              <a:xfrm>
                <a:off x="3249485" y="4376936"/>
                <a:ext cx="72000" cy="21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434AD84-813F-FE4B-7F75-6B805CEF0287}"/>
                  </a:ext>
                </a:extLst>
              </p:cNvPr>
              <p:cNvSpPr/>
              <p:nvPr/>
            </p:nvSpPr>
            <p:spPr>
              <a:xfrm>
                <a:off x="4149080" y="4376936"/>
                <a:ext cx="72000" cy="21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D06FCC97-61B6-E116-F9B6-3ADDFE18A24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429000" y="4376936"/>
                <a:ext cx="36000" cy="2160000"/>
                <a:chOff x="2879851" y="4460015"/>
                <a:chExt cx="163442" cy="5399281"/>
              </a:xfrm>
            </p:grpSpPr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BD5D4FD7-9DCD-A02C-5762-83CFFDE8D2C9}"/>
                    </a:ext>
                  </a:extLst>
                </p:cNvPr>
                <p:cNvGrpSpPr/>
                <p:nvPr/>
              </p:nvGrpSpPr>
              <p:grpSpPr>
                <a:xfrm>
                  <a:off x="2898552" y="4460015"/>
                  <a:ext cx="144741" cy="3388114"/>
                  <a:chOff x="2898552" y="4460015"/>
                  <a:chExt cx="144741" cy="3388114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E668DBDB-0470-1FFA-9905-6F4C78C9A6BE}"/>
                      </a:ext>
                    </a:extLst>
                  </p:cNvPr>
                  <p:cNvGrpSpPr/>
                  <p:nvPr/>
                </p:nvGrpSpPr>
                <p:grpSpPr>
                  <a:xfrm>
                    <a:off x="2904093" y="4460015"/>
                    <a:ext cx="138134" cy="688244"/>
                    <a:chOff x="2904093" y="4460015"/>
                    <a:chExt cx="138134" cy="688244"/>
                  </a:xfrm>
                </p:grpSpPr>
                <p:sp>
                  <p:nvSpPr>
                    <p:cNvPr id="186" name="Freeform 96">
                      <a:extLst>
                        <a:ext uri="{FF2B5EF4-FFF2-40B4-BE49-F238E27FC236}">
                          <a16:creationId xmlns:a16="http://schemas.microsoft.com/office/drawing/2014/main" id="{23E5734A-A349-615E-38B9-ECAA8DB97A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60015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Freeform 97">
                      <a:extLst>
                        <a:ext uri="{FF2B5EF4-FFF2-40B4-BE49-F238E27FC236}">
                          <a16:creationId xmlns:a16="http://schemas.microsoft.com/office/drawing/2014/main" id="{1C36AE30-F068-398A-5B79-8DD6F6C4CB7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1567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0B0D3D15-D0AA-DF1C-BDDE-25DABEFD5063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128852"/>
                    <a:ext cx="138134" cy="688244"/>
                    <a:chOff x="2904093" y="4467992"/>
                    <a:chExt cx="138134" cy="688244"/>
                  </a:xfrm>
                </p:grpSpPr>
                <p:sp>
                  <p:nvSpPr>
                    <p:cNvPr id="184" name="Freeform 94">
                      <a:extLst>
                        <a:ext uri="{FF2B5EF4-FFF2-40B4-BE49-F238E27FC236}">
                          <a16:creationId xmlns:a16="http://schemas.microsoft.com/office/drawing/2014/main" id="{1B12E1C9-109A-7C80-532C-D7C3940566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67992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5" name="Freeform 95">
                      <a:extLst>
                        <a:ext uri="{FF2B5EF4-FFF2-40B4-BE49-F238E27FC236}">
                          <a16:creationId xmlns:a16="http://schemas.microsoft.com/office/drawing/2014/main" id="{8540401B-B127-2216-A8CB-BF71E03FF95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9544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5" name="Group 174">
                    <a:extLst>
                      <a:ext uri="{FF2B5EF4-FFF2-40B4-BE49-F238E27FC236}">
                        <a16:creationId xmlns:a16="http://schemas.microsoft.com/office/drawing/2014/main" id="{5D6F1F55-9869-1D74-BE93-A4D1D5B90637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817096"/>
                    <a:ext cx="138134" cy="688244"/>
                    <a:chOff x="2904093" y="4467992"/>
                    <a:chExt cx="138134" cy="688244"/>
                  </a:xfrm>
                </p:grpSpPr>
                <p:sp>
                  <p:nvSpPr>
                    <p:cNvPr id="182" name="Freeform 92">
                      <a:extLst>
                        <a:ext uri="{FF2B5EF4-FFF2-40B4-BE49-F238E27FC236}">
                          <a16:creationId xmlns:a16="http://schemas.microsoft.com/office/drawing/2014/main" id="{47FF41DB-A8D3-263E-B0ED-34379CAABB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67992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3" name="Freeform 93">
                      <a:extLst>
                        <a:ext uri="{FF2B5EF4-FFF2-40B4-BE49-F238E27FC236}">
                          <a16:creationId xmlns:a16="http://schemas.microsoft.com/office/drawing/2014/main" id="{5D4AA79F-E197-21A9-A142-7F63CC73046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9544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6" name="Group 175">
                    <a:extLst>
                      <a:ext uri="{FF2B5EF4-FFF2-40B4-BE49-F238E27FC236}">
                        <a16:creationId xmlns:a16="http://schemas.microsoft.com/office/drawing/2014/main" id="{F299F6D2-4354-A3EB-8878-E091447CF632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6499442"/>
                    <a:ext cx="144741" cy="681637"/>
                    <a:chOff x="2904093" y="4467992"/>
                    <a:chExt cx="144741" cy="681637"/>
                  </a:xfrm>
                </p:grpSpPr>
                <p:sp>
                  <p:nvSpPr>
                    <p:cNvPr id="180" name="Freeform 90">
                      <a:extLst>
                        <a:ext uri="{FF2B5EF4-FFF2-40B4-BE49-F238E27FC236}">
                          <a16:creationId xmlns:a16="http://schemas.microsoft.com/office/drawing/2014/main" id="{3551981F-90A2-34C5-556F-E7FCDEE5C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75157" y="4467992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1" name="Freeform 91">
                      <a:extLst>
                        <a:ext uri="{FF2B5EF4-FFF2-40B4-BE49-F238E27FC236}">
                          <a16:creationId xmlns:a16="http://schemas.microsoft.com/office/drawing/2014/main" id="{BE348099-142D-79CB-EC1D-6E8B5BEC3B2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2936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7" name="Group 176">
                    <a:extLst>
                      <a:ext uri="{FF2B5EF4-FFF2-40B4-BE49-F238E27FC236}">
                        <a16:creationId xmlns:a16="http://schemas.microsoft.com/office/drawing/2014/main" id="{DE66FB44-9464-41FA-19E4-AADF0A313E61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7173102"/>
                    <a:ext cx="138134" cy="675027"/>
                    <a:chOff x="2904093" y="4453408"/>
                    <a:chExt cx="138134" cy="675027"/>
                  </a:xfrm>
                </p:grpSpPr>
                <p:sp>
                  <p:nvSpPr>
                    <p:cNvPr id="178" name="Freeform 88">
                      <a:extLst>
                        <a:ext uri="{FF2B5EF4-FFF2-40B4-BE49-F238E27FC236}">
                          <a16:creationId xmlns:a16="http://schemas.microsoft.com/office/drawing/2014/main" id="{1C60F7F7-601D-53C1-3388-4CEBA3FAD1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53408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Freeform 89">
                      <a:extLst>
                        <a:ext uri="{FF2B5EF4-FFF2-40B4-BE49-F238E27FC236}">
                          <a16:creationId xmlns:a16="http://schemas.microsoft.com/office/drawing/2014/main" id="{3D4619D3-6F02-51AC-6E20-B0290AAFBD1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781744"/>
                      <a:ext cx="73677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6A1C6F08-C71C-46C4-85E8-403BDAB6C602}"/>
                    </a:ext>
                  </a:extLst>
                </p:cNvPr>
                <p:cNvGrpSpPr/>
                <p:nvPr/>
              </p:nvGrpSpPr>
              <p:grpSpPr>
                <a:xfrm>
                  <a:off x="2879851" y="7819209"/>
                  <a:ext cx="150282" cy="2040087"/>
                  <a:chOff x="2898552" y="4432217"/>
                  <a:chExt cx="150282" cy="2040087"/>
                </a:xfrm>
              </p:grpSpPr>
              <p:grpSp>
                <p:nvGrpSpPr>
                  <p:cNvPr id="164" name="Group 163">
                    <a:extLst>
                      <a:ext uri="{FF2B5EF4-FFF2-40B4-BE49-F238E27FC236}">
                        <a16:creationId xmlns:a16="http://schemas.microsoft.com/office/drawing/2014/main" id="{E172F4ED-DB4B-666D-0C42-F0D29E1CA464}"/>
                      </a:ext>
                    </a:extLst>
                  </p:cNvPr>
                  <p:cNvGrpSpPr/>
                  <p:nvPr/>
                </p:nvGrpSpPr>
                <p:grpSpPr>
                  <a:xfrm>
                    <a:off x="2904093" y="4432217"/>
                    <a:ext cx="144741" cy="686871"/>
                    <a:chOff x="2904093" y="4432217"/>
                    <a:chExt cx="144741" cy="686871"/>
                  </a:xfrm>
                </p:grpSpPr>
                <p:sp>
                  <p:nvSpPr>
                    <p:cNvPr id="171" name="Freeform 81">
                      <a:extLst>
                        <a:ext uri="{FF2B5EF4-FFF2-40B4-BE49-F238E27FC236}">
                          <a16:creationId xmlns:a16="http://schemas.microsoft.com/office/drawing/2014/main" id="{2EAF725D-4117-8426-EFBB-6A1F177068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75156" y="4432217"/>
                      <a:ext cx="73678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2" name="Freeform 82">
                      <a:extLst>
                        <a:ext uri="{FF2B5EF4-FFF2-40B4-BE49-F238E27FC236}">
                          <a16:creationId xmlns:a16="http://schemas.microsoft.com/office/drawing/2014/main" id="{8FF90B86-EDF6-9E05-CC7E-12077068467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772397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7A0FE93D-B748-884F-13E9-CC7C1AC3FBEB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102424"/>
                    <a:ext cx="138134" cy="681635"/>
                    <a:chOff x="2904093" y="4441564"/>
                    <a:chExt cx="138134" cy="681635"/>
                  </a:xfrm>
                </p:grpSpPr>
                <p:sp>
                  <p:nvSpPr>
                    <p:cNvPr id="169" name="Freeform 79">
                      <a:extLst>
                        <a:ext uri="{FF2B5EF4-FFF2-40B4-BE49-F238E27FC236}">
                          <a16:creationId xmlns:a16="http://schemas.microsoft.com/office/drawing/2014/main" id="{A70EBEAB-799F-A685-6258-A25AA725AA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49" y="4441564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0" name="Freeform 80">
                      <a:extLst>
                        <a:ext uri="{FF2B5EF4-FFF2-40B4-BE49-F238E27FC236}">
                          <a16:creationId xmlns:a16="http://schemas.microsoft.com/office/drawing/2014/main" id="{B2F70172-A3D0-EC13-7F7F-21F4A324764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776508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8AD70A0A-9762-A801-8F70-973115A6AD9D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784061"/>
                    <a:ext cx="138134" cy="688243"/>
                    <a:chOff x="2904093" y="4434957"/>
                    <a:chExt cx="138134" cy="688243"/>
                  </a:xfrm>
                </p:grpSpPr>
                <p:sp>
                  <p:nvSpPr>
                    <p:cNvPr id="167" name="Freeform 77">
                      <a:extLst>
                        <a:ext uri="{FF2B5EF4-FFF2-40B4-BE49-F238E27FC236}">
                          <a16:creationId xmlns:a16="http://schemas.microsoft.com/office/drawing/2014/main" id="{FA94D48B-8A59-B56E-AC82-48A5EC8B0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49" y="4434957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8" name="Freeform 78">
                      <a:extLst>
                        <a:ext uri="{FF2B5EF4-FFF2-40B4-BE49-F238E27FC236}">
                          <a16:creationId xmlns:a16="http://schemas.microsoft.com/office/drawing/2014/main" id="{0C9AAE1A-8153-0F1B-3076-365EE8C2E40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776509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56409BD5-6F4E-370D-0295-CE984184F0F6}"/>
                  </a:ext>
                </a:extLst>
              </p:cNvPr>
              <p:cNvCxnSpPr/>
              <p:nvPr/>
            </p:nvCxnSpPr>
            <p:spPr bwMode="auto">
              <a:xfrm rot="10800000">
                <a:off x="4240377" y="4376936"/>
                <a:ext cx="0" cy="216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594F80BC-A179-E066-3DB4-F5C6CAA3AD85}"/>
                  </a:ext>
                </a:extLst>
              </p:cNvPr>
              <p:cNvCxnSpPr/>
              <p:nvPr/>
            </p:nvCxnSpPr>
            <p:spPr bwMode="auto">
              <a:xfrm rot="10800000">
                <a:off x="3227241" y="4376936"/>
                <a:ext cx="0" cy="216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E8F34615-5FBE-CD93-470D-772B89043727}"/>
                  </a:ext>
                </a:extLst>
              </p:cNvPr>
              <p:cNvGrpSpPr/>
              <p:nvPr/>
            </p:nvGrpSpPr>
            <p:grpSpPr>
              <a:xfrm>
                <a:off x="3341785" y="4425593"/>
                <a:ext cx="93485" cy="2070067"/>
                <a:chOff x="3341785" y="4425593"/>
                <a:chExt cx="93485" cy="2070067"/>
              </a:xfrm>
            </p:grpSpPr>
            <p:sp>
              <p:nvSpPr>
                <p:cNvPr id="152" name="5-Point Star 62">
                  <a:extLst>
                    <a:ext uri="{FF2B5EF4-FFF2-40B4-BE49-F238E27FC236}">
                      <a16:creationId xmlns:a16="http://schemas.microsoft.com/office/drawing/2014/main" id="{1F240B76-67CC-4E9F-0790-870CE1B428A8}"/>
                    </a:ext>
                  </a:extLst>
                </p:cNvPr>
                <p:cNvSpPr/>
                <p:nvPr/>
              </p:nvSpPr>
              <p:spPr>
                <a:xfrm>
                  <a:off x="3341785" y="4425593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3" name="5-Point Star 63">
                  <a:extLst>
                    <a:ext uri="{FF2B5EF4-FFF2-40B4-BE49-F238E27FC236}">
                      <a16:creationId xmlns:a16="http://schemas.microsoft.com/office/drawing/2014/main" id="{AFCF651E-D680-08B3-DD29-D9E76B196E20}"/>
                    </a:ext>
                  </a:extLst>
                </p:cNvPr>
                <p:cNvSpPr/>
                <p:nvPr/>
              </p:nvSpPr>
              <p:spPr>
                <a:xfrm>
                  <a:off x="3341785" y="4643269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4" name="5-Point Star 64">
                  <a:extLst>
                    <a:ext uri="{FF2B5EF4-FFF2-40B4-BE49-F238E27FC236}">
                      <a16:creationId xmlns:a16="http://schemas.microsoft.com/office/drawing/2014/main" id="{76D0FA5D-43DE-226A-A05E-B8FCDD08C4A4}"/>
                    </a:ext>
                  </a:extLst>
                </p:cNvPr>
                <p:cNvSpPr/>
                <p:nvPr/>
              </p:nvSpPr>
              <p:spPr>
                <a:xfrm>
                  <a:off x="3341785" y="4860945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5" name="5-Point Star 65">
                  <a:extLst>
                    <a:ext uri="{FF2B5EF4-FFF2-40B4-BE49-F238E27FC236}">
                      <a16:creationId xmlns:a16="http://schemas.microsoft.com/office/drawing/2014/main" id="{78C22950-FA8C-5614-CB4C-9A70E41EA40F}"/>
                    </a:ext>
                  </a:extLst>
                </p:cNvPr>
                <p:cNvSpPr/>
                <p:nvPr/>
              </p:nvSpPr>
              <p:spPr>
                <a:xfrm>
                  <a:off x="3341785" y="5078621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6" name="5-Point Star 66">
                  <a:extLst>
                    <a:ext uri="{FF2B5EF4-FFF2-40B4-BE49-F238E27FC236}">
                      <a16:creationId xmlns:a16="http://schemas.microsoft.com/office/drawing/2014/main" id="{933871FA-B42E-7303-6818-7D9FAD6CF5F7}"/>
                    </a:ext>
                  </a:extLst>
                </p:cNvPr>
                <p:cNvSpPr/>
                <p:nvPr/>
              </p:nvSpPr>
              <p:spPr>
                <a:xfrm>
                  <a:off x="3341785" y="5296297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7" name="5-Point Star 67">
                  <a:extLst>
                    <a:ext uri="{FF2B5EF4-FFF2-40B4-BE49-F238E27FC236}">
                      <a16:creationId xmlns:a16="http://schemas.microsoft.com/office/drawing/2014/main" id="{6F3341DA-BE59-2D21-E9B9-4C9EBC16C456}"/>
                    </a:ext>
                  </a:extLst>
                </p:cNvPr>
                <p:cNvSpPr/>
                <p:nvPr/>
              </p:nvSpPr>
              <p:spPr>
                <a:xfrm>
                  <a:off x="3341785" y="5513973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8" name="5-Point Star 68">
                  <a:extLst>
                    <a:ext uri="{FF2B5EF4-FFF2-40B4-BE49-F238E27FC236}">
                      <a16:creationId xmlns:a16="http://schemas.microsoft.com/office/drawing/2014/main" id="{C7BD3FEA-682F-18B9-D1B3-10F1510E7FC8}"/>
                    </a:ext>
                  </a:extLst>
                </p:cNvPr>
                <p:cNvSpPr/>
                <p:nvPr/>
              </p:nvSpPr>
              <p:spPr>
                <a:xfrm>
                  <a:off x="3341785" y="5731649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9" name="5-Point Star 69">
                  <a:extLst>
                    <a:ext uri="{FF2B5EF4-FFF2-40B4-BE49-F238E27FC236}">
                      <a16:creationId xmlns:a16="http://schemas.microsoft.com/office/drawing/2014/main" id="{BD1676ED-1018-6A3C-BD88-7F623F477CE5}"/>
                    </a:ext>
                  </a:extLst>
                </p:cNvPr>
                <p:cNvSpPr/>
                <p:nvPr/>
              </p:nvSpPr>
              <p:spPr>
                <a:xfrm>
                  <a:off x="3341785" y="5949325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60" name="5-Point Star 70">
                  <a:extLst>
                    <a:ext uri="{FF2B5EF4-FFF2-40B4-BE49-F238E27FC236}">
                      <a16:creationId xmlns:a16="http://schemas.microsoft.com/office/drawing/2014/main" id="{B5F1C238-E46D-66E4-110E-4DAC9C0CEFF9}"/>
                    </a:ext>
                  </a:extLst>
                </p:cNvPr>
                <p:cNvSpPr/>
                <p:nvPr/>
              </p:nvSpPr>
              <p:spPr>
                <a:xfrm>
                  <a:off x="3341785" y="6167001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61" name="5-Point Star 71">
                  <a:extLst>
                    <a:ext uri="{FF2B5EF4-FFF2-40B4-BE49-F238E27FC236}">
                      <a16:creationId xmlns:a16="http://schemas.microsoft.com/office/drawing/2014/main" id="{E99D8735-D3C1-7A75-4C76-2963E66D8B5A}"/>
                    </a:ext>
                  </a:extLst>
                </p:cNvPr>
                <p:cNvSpPr/>
                <p:nvPr/>
              </p:nvSpPr>
              <p:spPr>
                <a:xfrm>
                  <a:off x="3341785" y="6384674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8424849E-759B-DF80-1663-34C825F3F9F0}"/>
                  </a:ext>
                </a:extLst>
              </p:cNvPr>
              <p:cNvGrpSpPr/>
              <p:nvPr/>
            </p:nvGrpSpPr>
            <p:grpSpPr>
              <a:xfrm>
                <a:off x="4049498" y="4425593"/>
                <a:ext cx="93485" cy="2070067"/>
                <a:chOff x="3341785" y="4425593"/>
                <a:chExt cx="93485" cy="2070067"/>
              </a:xfrm>
            </p:grpSpPr>
            <p:sp>
              <p:nvSpPr>
                <p:cNvPr id="142" name="5-Point Star 52">
                  <a:extLst>
                    <a:ext uri="{FF2B5EF4-FFF2-40B4-BE49-F238E27FC236}">
                      <a16:creationId xmlns:a16="http://schemas.microsoft.com/office/drawing/2014/main" id="{544E0F81-950A-62A7-7FCE-3363E0721150}"/>
                    </a:ext>
                  </a:extLst>
                </p:cNvPr>
                <p:cNvSpPr/>
                <p:nvPr/>
              </p:nvSpPr>
              <p:spPr>
                <a:xfrm>
                  <a:off x="3341785" y="4425593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3" name="5-Point Star 53">
                  <a:extLst>
                    <a:ext uri="{FF2B5EF4-FFF2-40B4-BE49-F238E27FC236}">
                      <a16:creationId xmlns:a16="http://schemas.microsoft.com/office/drawing/2014/main" id="{36E75DD5-AEDA-B858-78FA-DE15ABA46BC5}"/>
                    </a:ext>
                  </a:extLst>
                </p:cNvPr>
                <p:cNvSpPr/>
                <p:nvPr/>
              </p:nvSpPr>
              <p:spPr>
                <a:xfrm>
                  <a:off x="3341785" y="4643269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4" name="5-Point Star 54">
                  <a:extLst>
                    <a:ext uri="{FF2B5EF4-FFF2-40B4-BE49-F238E27FC236}">
                      <a16:creationId xmlns:a16="http://schemas.microsoft.com/office/drawing/2014/main" id="{3EB76111-C37A-B761-ECCC-DF9FFD6DD144}"/>
                    </a:ext>
                  </a:extLst>
                </p:cNvPr>
                <p:cNvSpPr/>
                <p:nvPr/>
              </p:nvSpPr>
              <p:spPr>
                <a:xfrm>
                  <a:off x="3341785" y="4860945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5" name="5-Point Star 55">
                  <a:extLst>
                    <a:ext uri="{FF2B5EF4-FFF2-40B4-BE49-F238E27FC236}">
                      <a16:creationId xmlns:a16="http://schemas.microsoft.com/office/drawing/2014/main" id="{B1481B3D-C113-BC3F-4CDE-06D09FDCF69E}"/>
                    </a:ext>
                  </a:extLst>
                </p:cNvPr>
                <p:cNvSpPr/>
                <p:nvPr/>
              </p:nvSpPr>
              <p:spPr>
                <a:xfrm>
                  <a:off x="3341785" y="5078621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6" name="5-Point Star 56">
                  <a:extLst>
                    <a:ext uri="{FF2B5EF4-FFF2-40B4-BE49-F238E27FC236}">
                      <a16:creationId xmlns:a16="http://schemas.microsoft.com/office/drawing/2014/main" id="{02D8F76E-C638-AAC6-1368-AEFFF2C26FE7}"/>
                    </a:ext>
                  </a:extLst>
                </p:cNvPr>
                <p:cNvSpPr/>
                <p:nvPr/>
              </p:nvSpPr>
              <p:spPr>
                <a:xfrm>
                  <a:off x="3341785" y="5296297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7" name="5-Point Star 57">
                  <a:extLst>
                    <a:ext uri="{FF2B5EF4-FFF2-40B4-BE49-F238E27FC236}">
                      <a16:creationId xmlns:a16="http://schemas.microsoft.com/office/drawing/2014/main" id="{2DF1D361-5383-F496-BCE0-E62B93BB7E5D}"/>
                    </a:ext>
                  </a:extLst>
                </p:cNvPr>
                <p:cNvSpPr/>
                <p:nvPr/>
              </p:nvSpPr>
              <p:spPr>
                <a:xfrm>
                  <a:off x="3341785" y="5513973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8" name="5-Point Star 58">
                  <a:extLst>
                    <a:ext uri="{FF2B5EF4-FFF2-40B4-BE49-F238E27FC236}">
                      <a16:creationId xmlns:a16="http://schemas.microsoft.com/office/drawing/2014/main" id="{7EE0B2F6-72EC-0F95-B799-58A42E71C1BD}"/>
                    </a:ext>
                  </a:extLst>
                </p:cNvPr>
                <p:cNvSpPr/>
                <p:nvPr/>
              </p:nvSpPr>
              <p:spPr>
                <a:xfrm>
                  <a:off x="3341785" y="5731649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9" name="5-Point Star 59">
                  <a:extLst>
                    <a:ext uri="{FF2B5EF4-FFF2-40B4-BE49-F238E27FC236}">
                      <a16:creationId xmlns:a16="http://schemas.microsoft.com/office/drawing/2014/main" id="{D4BECBCF-48C0-D514-3D39-8CE7193BC1FD}"/>
                    </a:ext>
                  </a:extLst>
                </p:cNvPr>
                <p:cNvSpPr/>
                <p:nvPr/>
              </p:nvSpPr>
              <p:spPr>
                <a:xfrm>
                  <a:off x="3341785" y="5949325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0" name="5-Point Star 60">
                  <a:extLst>
                    <a:ext uri="{FF2B5EF4-FFF2-40B4-BE49-F238E27FC236}">
                      <a16:creationId xmlns:a16="http://schemas.microsoft.com/office/drawing/2014/main" id="{59F3B220-60AD-EDC2-B3CC-0CC125F1F4A3}"/>
                    </a:ext>
                  </a:extLst>
                </p:cNvPr>
                <p:cNvSpPr/>
                <p:nvPr/>
              </p:nvSpPr>
              <p:spPr>
                <a:xfrm>
                  <a:off x="3341785" y="6167001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1" name="5-Point Star 61">
                  <a:extLst>
                    <a:ext uri="{FF2B5EF4-FFF2-40B4-BE49-F238E27FC236}">
                      <a16:creationId xmlns:a16="http://schemas.microsoft.com/office/drawing/2014/main" id="{234E0A7F-71CD-E1F6-A3D3-4E229CD7260E}"/>
                    </a:ext>
                  </a:extLst>
                </p:cNvPr>
                <p:cNvSpPr/>
                <p:nvPr/>
              </p:nvSpPr>
              <p:spPr>
                <a:xfrm>
                  <a:off x="3341785" y="6384674"/>
                  <a:ext cx="93485" cy="110986"/>
                </a:xfrm>
                <a:prstGeom prst="star5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 noProof="0" dirty="0">
                    <a:latin typeface="Arial" panose="020B0604020202020204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ACF80537-20F8-DDB2-E529-53DAD772EEE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4011791" y="4376936"/>
                <a:ext cx="36000" cy="2160000"/>
                <a:chOff x="2879851" y="4460015"/>
                <a:chExt cx="163442" cy="5399281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02520C1E-6804-A7CF-DE6F-7A4B6FC4B34A}"/>
                    </a:ext>
                  </a:extLst>
                </p:cNvPr>
                <p:cNvGrpSpPr/>
                <p:nvPr/>
              </p:nvGrpSpPr>
              <p:grpSpPr>
                <a:xfrm>
                  <a:off x="2898552" y="4460015"/>
                  <a:ext cx="144741" cy="3388114"/>
                  <a:chOff x="2898552" y="4460015"/>
                  <a:chExt cx="144741" cy="3388114"/>
                </a:xfrm>
              </p:grpSpPr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DD90325C-0D50-6736-9A7A-95611BEC27F7}"/>
                      </a:ext>
                    </a:extLst>
                  </p:cNvPr>
                  <p:cNvGrpSpPr/>
                  <p:nvPr/>
                </p:nvGrpSpPr>
                <p:grpSpPr>
                  <a:xfrm>
                    <a:off x="2904093" y="4460015"/>
                    <a:ext cx="138134" cy="688244"/>
                    <a:chOff x="2904093" y="4460015"/>
                    <a:chExt cx="138134" cy="688244"/>
                  </a:xfrm>
                </p:grpSpPr>
                <p:sp>
                  <p:nvSpPr>
                    <p:cNvPr id="140" name="Freeform 50">
                      <a:extLst>
                        <a:ext uri="{FF2B5EF4-FFF2-40B4-BE49-F238E27FC236}">
                          <a16:creationId xmlns:a16="http://schemas.microsoft.com/office/drawing/2014/main" id="{8607918B-F8D7-E5E1-6565-0E900752E7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60015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1" name="Freeform 51">
                      <a:extLst>
                        <a:ext uri="{FF2B5EF4-FFF2-40B4-BE49-F238E27FC236}">
                          <a16:creationId xmlns:a16="http://schemas.microsoft.com/office/drawing/2014/main" id="{A647EAD1-8951-FAC1-B01A-30AD38FEBF9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1567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28" name="Group 127">
                    <a:extLst>
                      <a:ext uri="{FF2B5EF4-FFF2-40B4-BE49-F238E27FC236}">
                        <a16:creationId xmlns:a16="http://schemas.microsoft.com/office/drawing/2014/main" id="{B1F6C5C9-C7EE-0524-C836-18966F0D210C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128852"/>
                    <a:ext cx="138134" cy="688244"/>
                    <a:chOff x="2904093" y="4467992"/>
                    <a:chExt cx="138134" cy="688244"/>
                  </a:xfrm>
                </p:grpSpPr>
                <p:sp>
                  <p:nvSpPr>
                    <p:cNvPr id="138" name="Freeform 48">
                      <a:extLst>
                        <a:ext uri="{FF2B5EF4-FFF2-40B4-BE49-F238E27FC236}">
                          <a16:creationId xmlns:a16="http://schemas.microsoft.com/office/drawing/2014/main" id="{7B4241CC-68EA-D857-CE65-50BA8F8D81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67992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9" name="Freeform 49">
                      <a:extLst>
                        <a:ext uri="{FF2B5EF4-FFF2-40B4-BE49-F238E27FC236}">
                          <a16:creationId xmlns:a16="http://schemas.microsoft.com/office/drawing/2014/main" id="{B5157A26-B195-2F94-6145-02E9E2CA0E2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9544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29" name="Group 128">
                    <a:extLst>
                      <a:ext uri="{FF2B5EF4-FFF2-40B4-BE49-F238E27FC236}">
                        <a16:creationId xmlns:a16="http://schemas.microsoft.com/office/drawing/2014/main" id="{708AE92D-88BB-2815-20CC-60213D79EA61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817096"/>
                    <a:ext cx="138134" cy="688244"/>
                    <a:chOff x="2904093" y="4467992"/>
                    <a:chExt cx="138134" cy="688244"/>
                  </a:xfrm>
                </p:grpSpPr>
                <p:sp>
                  <p:nvSpPr>
                    <p:cNvPr id="136" name="Freeform 46">
                      <a:extLst>
                        <a:ext uri="{FF2B5EF4-FFF2-40B4-BE49-F238E27FC236}">
                          <a16:creationId xmlns:a16="http://schemas.microsoft.com/office/drawing/2014/main" id="{86B259FA-DBCD-2157-7ACD-CBD95390D7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67992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7" name="Freeform 47">
                      <a:extLst>
                        <a:ext uri="{FF2B5EF4-FFF2-40B4-BE49-F238E27FC236}">
                          <a16:creationId xmlns:a16="http://schemas.microsoft.com/office/drawing/2014/main" id="{EF8C029D-F87D-3F0C-FA29-28655196EFB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9544"/>
                      <a:ext cx="73677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0" name="Group 129">
                    <a:extLst>
                      <a:ext uri="{FF2B5EF4-FFF2-40B4-BE49-F238E27FC236}">
                        <a16:creationId xmlns:a16="http://schemas.microsoft.com/office/drawing/2014/main" id="{50752A57-5A73-151B-E929-0E3FF8C23C45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6499442"/>
                    <a:ext cx="144741" cy="681637"/>
                    <a:chOff x="2904093" y="4467992"/>
                    <a:chExt cx="144741" cy="681637"/>
                  </a:xfrm>
                </p:grpSpPr>
                <p:sp>
                  <p:nvSpPr>
                    <p:cNvPr id="134" name="Freeform 44">
                      <a:extLst>
                        <a:ext uri="{FF2B5EF4-FFF2-40B4-BE49-F238E27FC236}">
                          <a16:creationId xmlns:a16="http://schemas.microsoft.com/office/drawing/2014/main" id="{4CEDECA0-DC00-CA02-B4C0-D2F87B1819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75157" y="4467992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5" name="Freeform 45">
                      <a:extLst>
                        <a:ext uri="{FF2B5EF4-FFF2-40B4-BE49-F238E27FC236}">
                          <a16:creationId xmlns:a16="http://schemas.microsoft.com/office/drawing/2014/main" id="{330F3C90-3531-28B0-94DA-85617915671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802936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C5143CE3-D61E-7EB4-D7FA-0EC7EE56F4AB}"/>
                      </a:ext>
                    </a:extLst>
                  </p:cNvPr>
                  <p:cNvGrpSpPr/>
                  <p:nvPr/>
                </p:nvGrpSpPr>
                <p:grpSpPr>
                  <a:xfrm>
                    <a:off x="2916762" y="7173102"/>
                    <a:ext cx="119924" cy="675027"/>
                    <a:chOff x="2922303" y="4453408"/>
                    <a:chExt cx="119924" cy="675027"/>
                  </a:xfrm>
                </p:grpSpPr>
                <p:sp>
                  <p:nvSpPr>
                    <p:cNvPr id="132" name="Freeform 42">
                      <a:extLst>
                        <a:ext uri="{FF2B5EF4-FFF2-40B4-BE49-F238E27FC236}">
                          <a16:creationId xmlns:a16="http://schemas.microsoft.com/office/drawing/2014/main" id="{E7B6092B-0992-2D4F-1CF5-C19CEA730B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50" y="4453408"/>
                      <a:ext cx="73677" cy="346693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3" name="Freeform 43">
                      <a:extLst>
                        <a:ext uri="{FF2B5EF4-FFF2-40B4-BE49-F238E27FC236}">
                          <a16:creationId xmlns:a16="http://schemas.microsoft.com/office/drawing/2014/main" id="{2F9A5CF0-911B-0753-6730-C6E53706765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22303" y="4781744"/>
                      <a:ext cx="73675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37CA00C-88A9-EE2D-534A-8665C9E0E709}"/>
                    </a:ext>
                  </a:extLst>
                </p:cNvPr>
                <p:cNvGrpSpPr/>
                <p:nvPr/>
              </p:nvGrpSpPr>
              <p:grpSpPr>
                <a:xfrm>
                  <a:off x="2879851" y="7819209"/>
                  <a:ext cx="150282" cy="2040087"/>
                  <a:chOff x="2898552" y="4432217"/>
                  <a:chExt cx="150282" cy="2040087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82C6EE2A-73E6-88F6-18A7-433D9588F611}"/>
                      </a:ext>
                    </a:extLst>
                  </p:cNvPr>
                  <p:cNvGrpSpPr/>
                  <p:nvPr/>
                </p:nvGrpSpPr>
                <p:grpSpPr>
                  <a:xfrm>
                    <a:off x="2904093" y="4432217"/>
                    <a:ext cx="144741" cy="686871"/>
                    <a:chOff x="2904093" y="4432217"/>
                    <a:chExt cx="144741" cy="686871"/>
                  </a:xfrm>
                </p:grpSpPr>
                <p:sp>
                  <p:nvSpPr>
                    <p:cNvPr id="125" name="Freeform 35">
                      <a:extLst>
                        <a:ext uri="{FF2B5EF4-FFF2-40B4-BE49-F238E27FC236}">
                          <a16:creationId xmlns:a16="http://schemas.microsoft.com/office/drawing/2014/main" id="{A4BF5A0B-51F9-DFA9-795D-A1B7F07E93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75156" y="4432217"/>
                      <a:ext cx="73678" cy="346692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6" name="Freeform 36">
                      <a:extLst>
                        <a:ext uri="{FF2B5EF4-FFF2-40B4-BE49-F238E27FC236}">
                          <a16:creationId xmlns:a16="http://schemas.microsoft.com/office/drawing/2014/main" id="{24B25999-C0F5-0B4A-8634-2F746F2520C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772397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A1D2D429-09A4-591D-5FB6-B9E8F675C91A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102424"/>
                    <a:ext cx="138134" cy="681635"/>
                    <a:chOff x="2904093" y="4441564"/>
                    <a:chExt cx="138134" cy="681635"/>
                  </a:xfrm>
                </p:grpSpPr>
                <p:sp>
                  <p:nvSpPr>
                    <p:cNvPr id="123" name="Freeform 33">
                      <a:extLst>
                        <a:ext uri="{FF2B5EF4-FFF2-40B4-BE49-F238E27FC236}">
                          <a16:creationId xmlns:a16="http://schemas.microsoft.com/office/drawing/2014/main" id="{55B521A6-5251-902A-AB9F-AED008DB5F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49" y="4441564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4" name="Freeform 34">
                      <a:extLst>
                        <a:ext uri="{FF2B5EF4-FFF2-40B4-BE49-F238E27FC236}">
                          <a16:creationId xmlns:a16="http://schemas.microsoft.com/office/drawing/2014/main" id="{73AB02B4-232E-ECEB-4D7A-646BF497938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776508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308208A5-4A50-9C27-D523-03D6C68FF4F1}"/>
                      </a:ext>
                    </a:extLst>
                  </p:cNvPr>
                  <p:cNvGrpSpPr/>
                  <p:nvPr/>
                </p:nvGrpSpPr>
                <p:grpSpPr>
                  <a:xfrm>
                    <a:off x="2898552" y="5784061"/>
                    <a:ext cx="138134" cy="688243"/>
                    <a:chOff x="2904093" y="4434957"/>
                    <a:chExt cx="138134" cy="688243"/>
                  </a:xfrm>
                </p:grpSpPr>
                <p:sp>
                  <p:nvSpPr>
                    <p:cNvPr id="121" name="Freeform 31">
                      <a:extLst>
                        <a:ext uri="{FF2B5EF4-FFF2-40B4-BE49-F238E27FC236}">
                          <a16:creationId xmlns:a16="http://schemas.microsoft.com/office/drawing/2014/main" id="{BA376DC0-6DA8-A770-BC19-A0554F3B4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68549" y="4434957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2" name="Freeform 32">
                      <a:extLst>
                        <a:ext uri="{FF2B5EF4-FFF2-40B4-BE49-F238E27FC236}">
                          <a16:creationId xmlns:a16="http://schemas.microsoft.com/office/drawing/2014/main" id="{DA4ECF39-E47B-A30D-681A-F131FEF0A32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904093" y="4776509"/>
                      <a:ext cx="73678" cy="346691"/>
                    </a:xfrm>
                    <a:custGeom>
                      <a:avLst/>
                      <a:gdLst>
                        <a:gd name="connsiteX0" fmla="*/ 0 w 73677"/>
                        <a:gd name="connsiteY0" fmla="*/ 0 h 346692"/>
                        <a:gd name="connsiteX1" fmla="*/ 73672 w 73677"/>
                        <a:gd name="connsiteY1" fmla="*/ 186347 h 346692"/>
                        <a:gd name="connsiteX2" fmla="*/ 4333 w 73677"/>
                        <a:gd name="connsiteY2" fmla="*/ 346692 h 346692"/>
                        <a:gd name="connsiteX3" fmla="*/ 4333 w 73677"/>
                        <a:gd name="connsiteY3" fmla="*/ 346692 h 346692"/>
                        <a:gd name="connsiteX4" fmla="*/ 4333 w 73677"/>
                        <a:gd name="connsiteY4" fmla="*/ 346692 h 3466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677" h="346692">
                          <a:moveTo>
                            <a:pt x="0" y="0"/>
                          </a:moveTo>
                          <a:cubicBezTo>
                            <a:pt x="36475" y="64282"/>
                            <a:pt x="72950" y="128565"/>
                            <a:pt x="73672" y="186347"/>
                          </a:cubicBezTo>
                          <a:cubicBezTo>
                            <a:pt x="74394" y="244129"/>
                            <a:pt x="4333" y="346692"/>
                            <a:pt x="4333" y="346692"/>
                          </a:cubicBezTo>
                          <a:lnTo>
                            <a:pt x="4333" y="346692"/>
                          </a:lnTo>
                          <a:lnTo>
                            <a:pt x="4333" y="34669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87A3503-0D2A-3849-F71E-1A9D3D047283}"/>
                </a:ext>
              </a:extLst>
            </p:cNvPr>
            <p:cNvGrpSpPr/>
            <p:nvPr/>
          </p:nvGrpSpPr>
          <p:grpSpPr>
            <a:xfrm>
              <a:off x="8028384" y="3203518"/>
              <a:ext cx="1621698" cy="3312951"/>
              <a:chOff x="5032942" y="4488099"/>
              <a:chExt cx="1621698" cy="3312951"/>
            </a:xfrm>
          </p:grpSpPr>
          <p:sp>
            <p:nvSpPr>
              <p:cNvPr id="29" name="Pie 99">
                <a:extLst>
                  <a:ext uri="{FF2B5EF4-FFF2-40B4-BE49-F238E27FC236}">
                    <a16:creationId xmlns:a16="http://schemas.microsoft.com/office/drawing/2014/main" id="{974BE4BA-51D7-5F84-FF6B-5CD2C057855B}"/>
                  </a:ext>
                </a:extLst>
              </p:cNvPr>
              <p:cNvSpPr/>
              <p:nvPr/>
            </p:nvSpPr>
            <p:spPr>
              <a:xfrm>
                <a:off x="5032942" y="6620925"/>
                <a:ext cx="1481308" cy="558627"/>
              </a:xfrm>
              <a:prstGeom prst="pie">
                <a:avLst>
                  <a:gd name="adj1" fmla="val 10800000"/>
                  <a:gd name="adj2" fmla="val 8952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BB0BAB9-8C1D-58D3-8229-8C4F86B2B794}"/>
                  </a:ext>
                </a:extLst>
              </p:cNvPr>
              <p:cNvSpPr/>
              <p:nvPr/>
            </p:nvSpPr>
            <p:spPr>
              <a:xfrm>
                <a:off x="5342234" y="5954316"/>
                <a:ext cx="827594" cy="7769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26880A-1A47-462A-201B-4973AFDC48C5}"/>
                  </a:ext>
                </a:extLst>
              </p:cNvPr>
              <p:cNvSpPr/>
              <p:nvPr/>
            </p:nvSpPr>
            <p:spPr>
              <a:xfrm>
                <a:off x="5270234" y="4488099"/>
                <a:ext cx="72000" cy="21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7256785-E81E-A1F3-005B-20896C74219B}"/>
                  </a:ext>
                </a:extLst>
              </p:cNvPr>
              <p:cNvSpPr/>
              <p:nvPr/>
            </p:nvSpPr>
            <p:spPr>
              <a:xfrm>
                <a:off x="6169829" y="4488099"/>
                <a:ext cx="72000" cy="216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33F834F-EA6F-3859-2729-0161438CBFF0}"/>
                  </a:ext>
                </a:extLst>
              </p:cNvPr>
              <p:cNvGrpSpPr/>
              <p:nvPr/>
            </p:nvGrpSpPr>
            <p:grpSpPr>
              <a:xfrm>
                <a:off x="5453868" y="4488099"/>
                <a:ext cx="31881" cy="1355426"/>
                <a:chOff x="2898552" y="4460015"/>
                <a:chExt cx="144741" cy="3388114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17A9F0FD-F99E-2698-AF10-79E798700175}"/>
                    </a:ext>
                  </a:extLst>
                </p:cNvPr>
                <p:cNvGrpSpPr/>
                <p:nvPr/>
              </p:nvGrpSpPr>
              <p:grpSpPr>
                <a:xfrm>
                  <a:off x="2904093" y="4460015"/>
                  <a:ext cx="138134" cy="688244"/>
                  <a:chOff x="2904093" y="4460015"/>
                  <a:chExt cx="138134" cy="688244"/>
                </a:xfrm>
              </p:grpSpPr>
              <p:sp>
                <p:nvSpPr>
                  <p:cNvPr id="106" name="Freeform 163">
                    <a:extLst>
                      <a:ext uri="{FF2B5EF4-FFF2-40B4-BE49-F238E27FC236}">
                        <a16:creationId xmlns:a16="http://schemas.microsoft.com/office/drawing/2014/main" id="{88F52295-C671-7598-4E8C-7EE683CDF5DF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60015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7" name="Freeform 164">
                    <a:extLst>
                      <a:ext uri="{FF2B5EF4-FFF2-40B4-BE49-F238E27FC236}">
                        <a16:creationId xmlns:a16="http://schemas.microsoft.com/office/drawing/2014/main" id="{639CAEE4-FD0F-413B-3AAC-75D2A38A7D0A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1567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596990A3-EAE8-4C02-E2E5-CC0A7AC7A4DE}"/>
                    </a:ext>
                  </a:extLst>
                </p:cNvPr>
                <p:cNvGrpSpPr/>
                <p:nvPr/>
              </p:nvGrpSpPr>
              <p:grpSpPr>
                <a:xfrm>
                  <a:off x="2898552" y="5128852"/>
                  <a:ext cx="138134" cy="688244"/>
                  <a:chOff x="2904093" y="4467992"/>
                  <a:chExt cx="138134" cy="688244"/>
                </a:xfrm>
              </p:grpSpPr>
              <p:sp>
                <p:nvSpPr>
                  <p:cNvPr id="104" name="Freeform 161">
                    <a:extLst>
                      <a:ext uri="{FF2B5EF4-FFF2-40B4-BE49-F238E27FC236}">
                        <a16:creationId xmlns:a16="http://schemas.microsoft.com/office/drawing/2014/main" id="{96976E3C-A7CB-A93C-FD64-8563E9B44155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67992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5" name="Freeform 162">
                    <a:extLst>
                      <a:ext uri="{FF2B5EF4-FFF2-40B4-BE49-F238E27FC236}">
                        <a16:creationId xmlns:a16="http://schemas.microsoft.com/office/drawing/2014/main" id="{2F4E47C0-B977-648E-D6E0-E8ACF9F54BB6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9544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5" name="Group 94">
                  <a:extLst>
                    <a:ext uri="{FF2B5EF4-FFF2-40B4-BE49-F238E27FC236}">
                      <a16:creationId xmlns:a16="http://schemas.microsoft.com/office/drawing/2014/main" id="{0A48E1EC-B753-2005-E1C0-9DB95253AD80}"/>
                    </a:ext>
                  </a:extLst>
                </p:cNvPr>
                <p:cNvGrpSpPr/>
                <p:nvPr/>
              </p:nvGrpSpPr>
              <p:grpSpPr>
                <a:xfrm>
                  <a:off x="2898552" y="5817096"/>
                  <a:ext cx="138134" cy="688244"/>
                  <a:chOff x="2904093" y="4467992"/>
                  <a:chExt cx="138134" cy="688244"/>
                </a:xfrm>
              </p:grpSpPr>
              <p:sp>
                <p:nvSpPr>
                  <p:cNvPr id="102" name="Freeform 159">
                    <a:extLst>
                      <a:ext uri="{FF2B5EF4-FFF2-40B4-BE49-F238E27FC236}">
                        <a16:creationId xmlns:a16="http://schemas.microsoft.com/office/drawing/2014/main" id="{F14E9B7D-0E50-0893-D4B7-A6319C5121E3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67992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3" name="Freeform 160">
                    <a:extLst>
                      <a:ext uri="{FF2B5EF4-FFF2-40B4-BE49-F238E27FC236}">
                        <a16:creationId xmlns:a16="http://schemas.microsoft.com/office/drawing/2014/main" id="{E4010C55-E02A-049C-0686-DD6501677DC6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9544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A7CEE44E-B9DF-9538-46E3-174BC99E76DE}"/>
                    </a:ext>
                  </a:extLst>
                </p:cNvPr>
                <p:cNvGrpSpPr/>
                <p:nvPr/>
              </p:nvGrpSpPr>
              <p:grpSpPr>
                <a:xfrm>
                  <a:off x="2898552" y="6499442"/>
                  <a:ext cx="144741" cy="681637"/>
                  <a:chOff x="2904093" y="4467992"/>
                  <a:chExt cx="144741" cy="681637"/>
                </a:xfrm>
              </p:grpSpPr>
              <p:sp>
                <p:nvSpPr>
                  <p:cNvPr id="100" name="Freeform 157">
                    <a:extLst>
                      <a:ext uri="{FF2B5EF4-FFF2-40B4-BE49-F238E27FC236}">
                        <a16:creationId xmlns:a16="http://schemas.microsoft.com/office/drawing/2014/main" id="{8D130CC0-008E-A05B-99B3-7604A7CCADED}"/>
                      </a:ext>
                    </a:extLst>
                  </p:cNvPr>
                  <p:cNvSpPr/>
                  <p:nvPr/>
                </p:nvSpPr>
                <p:spPr>
                  <a:xfrm>
                    <a:off x="2975157" y="4467992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1" name="Freeform 158">
                    <a:extLst>
                      <a:ext uri="{FF2B5EF4-FFF2-40B4-BE49-F238E27FC236}">
                        <a16:creationId xmlns:a16="http://schemas.microsoft.com/office/drawing/2014/main" id="{72185A1D-A5B6-08D0-5390-A42C84576B70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2936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3D31F344-BE02-C153-FEFD-FC2441E22B27}"/>
                    </a:ext>
                  </a:extLst>
                </p:cNvPr>
                <p:cNvGrpSpPr/>
                <p:nvPr/>
              </p:nvGrpSpPr>
              <p:grpSpPr>
                <a:xfrm>
                  <a:off x="2898552" y="7173102"/>
                  <a:ext cx="138134" cy="675027"/>
                  <a:chOff x="2904093" y="4453408"/>
                  <a:chExt cx="138134" cy="675027"/>
                </a:xfrm>
              </p:grpSpPr>
              <p:sp>
                <p:nvSpPr>
                  <p:cNvPr id="98" name="Freeform 155">
                    <a:extLst>
                      <a:ext uri="{FF2B5EF4-FFF2-40B4-BE49-F238E27FC236}">
                        <a16:creationId xmlns:a16="http://schemas.microsoft.com/office/drawing/2014/main" id="{2DF47728-149C-C967-B528-7602708E58A8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53408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" name="Freeform 156">
                    <a:extLst>
                      <a:ext uri="{FF2B5EF4-FFF2-40B4-BE49-F238E27FC236}">
                        <a16:creationId xmlns:a16="http://schemas.microsoft.com/office/drawing/2014/main" id="{9B00EF2E-728D-58AA-DAFE-52CA77C2FA9F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781744"/>
                    <a:ext cx="73677" cy="346691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47" name="Freeform 104">
                <a:extLst>
                  <a:ext uri="{FF2B5EF4-FFF2-40B4-BE49-F238E27FC236}">
                    <a16:creationId xmlns:a16="http://schemas.microsoft.com/office/drawing/2014/main" id="{59B22693-9769-3F3C-8500-A84E44D08F14}"/>
                  </a:ext>
                </a:extLst>
              </p:cNvPr>
              <p:cNvSpPr/>
              <p:nvPr/>
            </p:nvSpPr>
            <p:spPr>
              <a:xfrm>
                <a:off x="5466622" y="5831956"/>
                <a:ext cx="16228" cy="138695"/>
              </a:xfrm>
              <a:custGeom>
                <a:avLst/>
                <a:gdLst>
                  <a:gd name="connsiteX0" fmla="*/ 0 w 73677"/>
                  <a:gd name="connsiteY0" fmla="*/ 0 h 346692"/>
                  <a:gd name="connsiteX1" fmla="*/ 73672 w 73677"/>
                  <a:gd name="connsiteY1" fmla="*/ 186347 h 346692"/>
                  <a:gd name="connsiteX2" fmla="*/ 4333 w 73677"/>
                  <a:gd name="connsiteY2" fmla="*/ 346692 h 346692"/>
                  <a:gd name="connsiteX3" fmla="*/ 4333 w 73677"/>
                  <a:gd name="connsiteY3" fmla="*/ 346692 h 346692"/>
                  <a:gd name="connsiteX4" fmla="*/ 4333 w 73677"/>
                  <a:gd name="connsiteY4" fmla="*/ 346692 h 346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677" h="346692">
                    <a:moveTo>
                      <a:pt x="0" y="0"/>
                    </a:moveTo>
                    <a:cubicBezTo>
                      <a:pt x="36475" y="64282"/>
                      <a:pt x="72950" y="128565"/>
                      <a:pt x="73672" y="186347"/>
                    </a:cubicBezTo>
                    <a:cubicBezTo>
                      <a:pt x="74394" y="244129"/>
                      <a:pt x="4333" y="346692"/>
                      <a:pt x="4333" y="346692"/>
                    </a:cubicBezTo>
                    <a:lnTo>
                      <a:pt x="4333" y="346692"/>
                    </a:lnTo>
                    <a:lnTo>
                      <a:pt x="4333" y="346692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FB8BC67-4029-558C-B286-4CE1ACEF197C}"/>
                  </a:ext>
                </a:extLst>
              </p:cNvPr>
              <p:cNvCxnSpPr/>
              <p:nvPr/>
            </p:nvCxnSpPr>
            <p:spPr bwMode="auto">
              <a:xfrm rot="10800000">
                <a:off x="6261126" y="4488099"/>
                <a:ext cx="0" cy="216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C176A3C-83EC-E21D-A602-AFB53E99E32B}"/>
                  </a:ext>
                </a:extLst>
              </p:cNvPr>
              <p:cNvCxnSpPr/>
              <p:nvPr/>
            </p:nvCxnSpPr>
            <p:spPr bwMode="auto">
              <a:xfrm rot="10800000">
                <a:off x="5254340" y="4488099"/>
                <a:ext cx="0" cy="216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5-Point Star 107">
                <a:extLst>
                  <a:ext uri="{FF2B5EF4-FFF2-40B4-BE49-F238E27FC236}">
                    <a16:creationId xmlns:a16="http://schemas.microsoft.com/office/drawing/2014/main" id="{55A99266-C925-680B-87CD-0FA084B08461}"/>
                  </a:ext>
                </a:extLst>
              </p:cNvPr>
              <p:cNvSpPr/>
              <p:nvPr/>
            </p:nvSpPr>
            <p:spPr>
              <a:xfrm>
                <a:off x="5362534" y="4536756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1" name="5-Point Star 108">
                <a:extLst>
                  <a:ext uri="{FF2B5EF4-FFF2-40B4-BE49-F238E27FC236}">
                    <a16:creationId xmlns:a16="http://schemas.microsoft.com/office/drawing/2014/main" id="{01F58C98-BF62-50F4-1A92-AE964E654822}"/>
                  </a:ext>
                </a:extLst>
              </p:cNvPr>
              <p:cNvSpPr/>
              <p:nvPr/>
            </p:nvSpPr>
            <p:spPr>
              <a:xfrm>
                <a:off x="5362534" y="4754432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2" name="5-Point Star 109">
                <a:extLst>
                  <a:ext uri="{FF2B5EF4-FFF2-40B4-BE49-F238E27FC236}">
                    <a16:creationId xmlns:a16="http://schemas.microsoft.com/office/drawing/2014/main" id="{B10B7BD9-4C92-57C0-DF16-16D71C21D2C5}"/>
                  </a:ext>
                </a:extLst>
              </p:cNvPr>
              <p:cNvSpPr/>
              <p:nvPr/>
            </p:nvSpPr>
            <p:spPr>
              <a:xfrm>
                <a:off x="5362534" y="4972108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3" name="5-Point Star 110">
                <a:extLst>
                  <a:ext uri="{FF2B5EF4-FFF2-40B4-BE49-F238E27FC236}">
                    <a16:creationId xmlns:a16="http://schemas.microsoft.com/office/drawing/2014/main" id="{9EE8BE89-9150-1EDA-3523-D9B2FB30ED95}"/>
                  </a:ext>
                </a:extLst>
              </p:cNvPr>
              <p:cNvSpPr/>
              <p:nvPr/>
            </p:nvSpPr>
            <p:spPr>
              <a:xfrm>
                <a:off x="5362534" y="5189784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4" name="5-Point Star 111">
                <a:extLst>
                  <a:ext uri="{FF2B5EF4-FFF2-40B4-BE49-F238E27FC236}">
                    <a16:creationId xmlns:a16="http://schemas.microsoft.com/office/drawing/2014/main" id="{E4F1C895-647E-8A6E-0A20-AFEE609B86A7}"/>
                  </a:ext>
                </a:extLst>
              </p:cNvPr>
              <p:cNvSpPr/>
              <p:nvPr/>
            </p:nvSpPr>
            <p:spPr>
              <a:xfrm>
                <a:off x="5362534" y="5407460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5" name="5-Point Star 112">
                <a:extLst>
                  <a:ext uri="{FF2B5EF4-FFF2-40B4-BE49-F238E27FC236}">
                    <a16:creationId xmlns:a16="http://schemas.microsoft.com/office/drawing/2014/main" id="{BF4A90B5-73C2-1AFC-4546-B2D59F835D3F}"/>
                  </a:ext>
                </a:extLst>
              </p:cNvPr>
              <p:cNvSpPr/>
              <p:nvPr/>
            </p:nvSpPr>
            <p:spPr>
              <a:xfrm>
                <a:off x="5362534" y="5625136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6" name="5-Point Star 113">
                <a:extLst>
                  <a:ext uri="{FF2B5EF4-FFF2-40B4-BE49-F238E27FC236}">
                    <a16:creationId xmlns:a16="http://schemas.microsoft.com/office/drawing/2014/main" id="{D4AA4EE7-BE7B-03AC-EF2E-91FFC97FA94F}"/>
                  </a:ext>
                </a:extLst>
              </p:cNvPr>
              <p:cNvSpPr/>
              <p:nvPr/>
            </p:nvSpPr>
            <p:spPr>
              <a:xfrm>
                <a:off x="5362534" y="5842812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7" name="5-Point Star 114">
                <a:extLst>
                  <a:ext uri="{FF2B5EF4-FFF2-40B4-BE49-F238E27FC236}">
                    <a16:creationId xmlns:a16="http://schemas.microsoft.com/office/drawing/2014/main" id="{1FE37311-2537-AF7F-84D6-EFDFF81C194A}"/>
                  </a:ext>
                </a:extLst>
              </p:cNvPr>
              <p:cNvSpPr/>
              <p:nvPr/>
            </p:nvSpPr>
            <p:spPr>
              <a:xfrm>
                <a:off x="5436107" y="6004995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8" name="5-Point Star 115">
                <a:extLst>
                  <a:ext uri="{FF2B5EF4-FFF2-40B4-BE49-F238E27FC236}">
                    <a16:creationId xmlns:a16="http://schemas.microsoft.com/office/drawing/2014/main" id="{292C9219-DD5D-3110-5CB5-DD76D836D8E0}"/>
                  </a:ext>
                </a:extLst>
              </p:cNvPr>
              <p:cNvSpPr/>
              <p:nvPr/>
            </p:nvSpPr>
            <p:spPr>
              <a:xfrm>
                <a:off x="5628628" y="6216360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59" name="5-Point Star 116">
                <a:extLst>
                  <a:ext uri="{FF2B5EF4-FFF2-40B4-BE49-F238E27FC236}">
                    <a16:creationId xmlns:a16="http://schemas.microsoft.com/office/drawing/2014/main" id="{6831CF68-1A81-6074-E3B0-E9C65FCA1056}"/>
                  </a:ext>
                </a:extLst>
              </p:cNvPr>
              <p:cNvSpPr/>
              <p:nvPr/>
            </p:nvSpPr>
            <p:spPr>
              <a:xfrm>
                <a:off x="5754051" y="6301711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0" name="5-Point Star 117">
                <a:extLst>
                  <a:ext uri="{FF2B5EF4-FFF2-40B4-BE49-F238E27FC236}">
                    <a16:creationId xmlns:a16="http://schemas.microsoft.com/office/drawing/2014/main" id="{CD2301BD-4657-48B3-3CF3-2026C8CDE08C}"/>
                  </a:ext>
                </a:extLst>
              </p:cNvPr>
              <p:cNvSpPr/>
              <p:nvPr/>
            </p:nvSpPr>
            <p:spPr>
              <a:xfrm>
                <a:off x="6070247" y="4536756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1" name="5-Point Star 118">
                <a:extLst>
                  <a:ext uri="{FF2B5EF4-FFF2-40B4-BE49-F238E27FC236}">
                    <a16:creationId xmlns:a16="http://schemas.microsoft.com/office/drawing/2014/main" id="{825F88C7-2361-2D8F-B566-37AB2D81BE31}"/>
                  </a:ext>
                </a:extLst>
              </p:cNvPr>
              <p:cNvSpPr/>
              <p:nvPr/>
            </p:nvSpPr>
            <p:spPr>
              <a:xfrm>
                <a:off x="6070247" y="4754432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2" name="5-Point Star 119">
                <a:extLst>
                  <a:ext uri="{FF2B5EF4-FFF2-40B4-BE49-F238E27FC236}">
                    <a16:creationId xmlns:a16="http://schemas.microsoft.com/office/drawing/2014/main" id="{0493E4C0-0B8B-A509-AD95-3BDEE159D968}"/>
                  </a:ext>
                </a:extLst>
              </p:cNvPr>
              <p:cNvSpPr/>
              <p:nvPr/>
            </p:nvSpPr>
            <p:spPr>
              <a:xfrm>
                <a:off x="6070247" y="4972108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3" name="5-Point Star 120">
                <a:extLst>
                  <a:ext uri="{FF2B5EF4-FFF2-40B4-BE49-F238E27FC236}">
                    <a16:creationId xmlns:a16="http://schemas.microsoft.com/office/drawing/2014/main" id="{A557BAFF-0FD5-9858-ABB0-F7FCE02501E2}"/>
                  </a:ext>
                </a:extLst>
              </p:cNvPr>
              <p:cNvSpPr/>
              <p:nvPr/>
            </p:nvSpPr>
            <p:spPr>
              <a:xfrm>
                <a:off x="6070247" y="5189784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4" name="5-Point Star 121">
                <a:extLst>
                  <a:ext uri="{FF2B5EF4-FFF2-40B4-BE49-F238E27FC236}">
                    <a16:creationId xmlns:a16="http://schemas.microsoft.com/office/drawing/2014/main" id="{211E856B-6844-9520-D967-3116C478E746}"/>
                  </a:ext>
                </a:extLst>
              </p:cNvPr>
              <p:cNvSpPr/>
              <p:nvPr/>
            </p:nvSpPr>
            <p:spPr>
              <a:xfrm>
                <a:off x="6070247" y="5407460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5" name="5-Point Star 122">
                <a:extLst>
                  <a:ext uri="{FF2B5EF4-FFF2-40B4-BE49-F238E27FC236}">
                    <a16:creationId xmlns:a16="http://schemas.microsoft.com/office/drawing/2014/main" id="{80AD52EB-2714-E7D3-5428-7AFF4D67E871}"/>
                  </a:ext>
                </a:extLst>
              </p:cNvPr>
              <p:cNvSpPr/>
              <p:nvPr/>
            </p:nvSpPr>
            <p:spPr>
              <a:xfrm>
                <a:off x="6070247" y="5625136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6" name="5-Point Star 123">
                <a:extLst>
                  <a:ext uri="{FF2B5EF4-FFF2-40B4-BE49-F238E27FC236}">
                    <a16:creationId xmlns:a16="http://schemas.microsoft.com/office/drawing/2014/main" id="{6FD2A56C-54FD-EC59-6518-AD45F9E39053}"/>
                  </a:ext>
                </a:extLst>
              </p:cNvPr>
              <p:cNvSpPr/>
              <p:nvPr/>
            </p:nvSpPr>
            <p:spPr>
              <a:xfrm>
                <a:off x="6070247" y="5842812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7" name="5-Point Star 124">
                <a:extLst>
                  <a:ext uri="{FF2B5EF4-FFF2-40B4-BE49-F238E27FC236}">
                    <a16:creationId xmlns:a16="http://schemas.microsoft.com/office/drawing/2014/main" id="{00E6FE47-850A-4F64-A4E9-1C58892943C0}"/>
                  </a:ext>
                </a:extLst>
              </p:cNvPr>
              <p:cNvSpPr/>
              <p:nvPr/>
            </p:nvSpPr>
            <p:spPr>
              <a:xfrm>
                <a:off x="5978462" y="6001355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8" name="5-Point Star 125">
                <a:extLst>
                  <a:ext uri="{FF2B5EF4-FFF2-40B4-BE49-F238E27FC236}">
                    <a16:creationId xmlns:a16="http://schemas.microsoft.com/office/drawing/2014/main" id="{E782B93A-5B83-274E-7EF8-EDA42347D2BC}"/>
                  </a:ext>
                </a:extLst>
              </p:cNvPr>
              <p:cNvSpPr/>
              <p:nvPr/>
            </p:nvSpPr>
            <p:spPr>
              <a:xfrm>
                <a:off x="5910629" y="6120707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69" name="5-Point Star 126">
                <a:extLst>
                  <a:ext uri="{FF2B5EF4-FFF2-40B4-BE49-F238E27FC236}">
                    <a16:creationId xmlns:a16="http://schemas.microsoft.com/office/drawing/2014/main" id="{F689F1FD-D68A-03A3-D51A-B72F6A8EE9E1}"/>
                  </a:ext>
                </a:extLst>
              </p:cNvPr>
              <p:cNvSpPr/>
              <p:nvPr/>
            </p:nvSpPr>
            <p:spPr>
              <a:xfrm>
                <a:off x="5581886" y="6379776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0D58D790-7F89-68D1-D7C2-61571D9DAA2C}"/>
                  </a:ext>
                </a:extLst>
              </p:cNvPr>
              <p:cNvGrpSpPr/>
              <p:nvPr/>
            </p:nvGrpSpPr>
            <p:grpSpPr>
              <a:xfrm>
                <a:off x="6036659" y="4488099"/>
                <a:ext cx="31881" cy="1355426"/>
                <a:chOff x="2898552" y="4460015"/>
                <a:chExt cx="144741" cy="3388114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F129EEE0-6CB0-4D37-A26F-36DE8E4E54B8}"/>
                    </a:ext>
                  </a:extLst>
                </p:cNvPr>
                <p:cNvGrpSpPr/>
                <p:nvPr/>
              </p:nvGrpSpPr>
              <p:grpSpPr>
                <a:xfrm>
                  <a:off x="2904093" y="4460015"/>
                  <a:ext cx="138134" cy="688244"/>
                  <a:chOff x="2904093" y="4460015"/>
                  <a:chExt cx="138134" cy="688244"/>
                </a:xfrm>
              </p:grpSpPr>
              <p:sp>
                <p:nvSpPr>
                  <p:cNvPr id="91" name="Freeform 148">
                    <a:extLst>
                      <a:ext uri="{FF2B5EF4-FFF2-40B4-BE49-F238E27FC236}">
                        <a16:creationId xmlns:a16="http://schemas.microsoft.com/office/drawing/2014/main" id="{9D8C3382-32A5-5BB0-CBE4-8A90A287164E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60015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Freeform 149">
                    <a:extLst>
                      <a:ext uri="{FF2B5EF4-FFF2-40B4-BE49-F238E27FC236}">
                        <a16:creationId xmlns:a16="http://schemas.microsoft.com/office/drawing/2014/main" id="{4B9A8D8E-DE39-3B4B-DC55-B32A1CAC340E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1567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5264C857-5EDE-AC6D-36B7-CA1814E5FE01}"/>
                    </a:ext>
                  </a:extLst>
                </p:cNvPr>
                <p:cNvGrpSpPr/>
                <p:nvPr/>
              </p:nvGrpSpPr>
              <p:grpSpPr>
                <a:xfrm>
                  <a:off x="2898552" y="5128852"/>
                  <a:ext cx="138134" cy="688244"/>
                  <a:chOff x="2904093" y="4467992"/>
                  <a:chExt cx="138134" cy="688244"/>
                </a:xfrm>
              </p:grpSpPr>
              <p:sp>
                <p:nvSpPr>
                  <p:cNvPr id="89" name="Freeform 146">
                    <a:extLst>
                      <a:ext uri="{FF2B5EF4-FFF2-40B4-BE49-F238E27FC236}">
                        <a16:creationId xmlns:a16="http://schemas.microsoft.com/office/drawing/2014/main" id="{4CDA28A7-9369-0D4C-4D10-89BD6D644FC2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67992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" name="Freeform 147">
                    <a:extLst>
                      <a:ext uri="{FF2B5EF4-FFF2-40B4-BE49-F238E27FC236}">
                        <a16:creationId xmlns:a16="http://schemas.microsoft.com/office/drawing/2014/main" id="{20D616A4-7C26-B622-0CB9-08CFF4C92126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9544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67F4FCF2-26C8-1221-9076-8A519E3659EA}"/>
                    </a:ext>
                  </a:extLst>
                </p:cNvPr>
                <p:cNvGrpSpPr/>
                <p:nvPr/>
              </p:nvGrpSpPr>
              <p:grpSpPr>
                <a:xfrm>
                  <a:off x="2898552" y="5817096"/>
                  <a:ext cx="138134" cy="688244"/>
                  <a:chOff x="2904093" y="4467992"/>
                  <a:chExt cx="138134" cy="688244"/>
                </a:xfrm>
              </p:grpSpPr>
              <p:sp>
                <p:nvSpPr>
                  <p:cNvPr id="87" name="Freeform 144">
                    <a:extLst>
                      <a:ext uri="{FF2B5EF4-FFF2-40B4-BE49-F238E27FC236}">
                        <a16:creationId xmlns:a16="http://schemas.microsoft.com/office/drawing/2014/main" id="{C773FF96-2092-2179-71D8-5F3BD6B25E60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67992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" name="Freeform 145">
                    <a:extLst>
                      <a:ext uri="{FF2B5EF4-FFF2-40B4-BE49-F238E27FC236}">
                        <a16:creationId xmlns:a16="http://schemas.microsoft.com/office/drawing/2014/main" id="{51548E7A-A194-7672-21D0-97161EB6D70E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9544"/>
                    <a:ext cx="73677" cy="346692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A37FBC3F-6AFF-2691-F462-655A384D0B52}"/>
                    </a:ext>
                  </a:extLst>
                </p:cNvPr>
                <p:cNvGrpSpPr/>
                <p:nvPr/>
              </p:nvGrpSpPr>
              <p:grpSpPr>
                <a:xfrm>
                  <a:off x="2898552" y="6499442"/>
                  <a:ext cx="144741" cy="681637"/>
                  <a:chOff x="2904093" y="4467992"/>
                  <a:chExt cx="144741" cy="681637"/>
                </a:xfrm>
              </p:grpSpPr>
              <p:sp>
                <p:nvSpPr>
                  <p:cNvPr id="85" name="Freeform 142">
                    <a:extLst>
                      <a:ext uri="{FF2B5EF4-FFF2-40B4-BE49-F238E27FC236}">
                        <a16:creationId xmlns:a16="http://schemas.microsoft.com/office/drawing/2014/main" id="{92118191-62E0-0F84-7787-81749BA8B60C}"/>
                      </a:ext>
                    </a:extLst>
                  </p:cNvPr>
                  <p:cNvSpPr/>
                  <p:nvPr/>
                </p:nvSpPr>
                <p:spPr>
                  <a:xfrm>
                    <a:off x="2975157" y="4467992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6" name="Freeform 143">
                    <a:extLst>
                      <a:ext uri="{FF2B5EF4-FFF2-40B4-BE49-F238E27FC236}">
                        <a16:creationId xmlns:a16="http://schemas.microsoft.com/office/drawing/2014/main" id="{D30BF107-BE5A-953D-D6F8-3BF028331219}"/>
                      </a:ext>
                    </a:extLst>
                  </p:cNvPr>
                  <p:cNvSpPr/>
                  <p:nvPr/>
                </p:nvSpPr>
                <p:spPr>
                  <a:xfrm flipH="1">
                    <a:off x="2904093" y="4802936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E508E3D7-B7A5-2344-C463-CDF80AA7004E}"/>
                    </a:ext>
                  </a:extLst>
                </p:cNvPr>
                <p:cNvGrpSpPr/>
                <p:nvPr/>
              </p:nvGrpSpPr>
              <p:grpSpPr>
                <a:xfrm>
                  <a:off x="2902348" y="7173102"/>
                  <a:ext cx="134338" cy="675027"/>
                  <a:chOff x="2907889" y="4453408"/>
                  <a:chExt cx="134338" cy="675027"/>
                </a:xfrm>
              </p:grpSpPr>
              <p:sp>
                <p:nvSpPr>
                  <p:cNvPr id="83" name="Freeform 140">
                    <a:extLst>
                      <a:ext uri="{FF2B5EF4-FFF2-40B4-BE49-F238E27FC236}">
                        <a16:creationId xmlns:a16="http://schemas.microsoft.com/office/drawing/2014/main" id="{7162C019-C32C-0B64-6C25-0FA202F3AE81}"/>
                      </a:ext>
                    </a:extLst>
                  </p:cNvPr>
                  <p:cNvSpPr/>
                  <p:nvPr/>
                </p:nvSpPr>
                <p:spPr>
                  <a:xfrm>
                    <a:off x="2968550" y="4453408"/>
                    <a:ext cx="73677" cy="346693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4" name="Freeform 141">
                    <a:extLst>
                      <a:ext uri="{FF2B5EF4-FFF2-40B4-BE49-F238E27FC236}">
                        <a16:creationId xmlns:a16="http://schemas.microsoft.com/office/drawing/2014/main" id="{56BFDC74-23C5-0733-6D77-11F36AA519D7}"/>
                      </a:ext>
                    </a:extLst>
                  </p:cNvPr>
                  <p:cNvSpPr/>
                  <p:nvPr/>
                </p:nvSpPr>
                <p:spPr>
                  <a:xfrm flipH="1">
                    <a:off x="2907889" y="4781744"/>
                    <a:ext cx="73675" cy="346691"/>
                  </a:xfrm>
                  <a:custGeom>
                    <a:avLst/>
                    <a:gdLst>
                      <a:gd name="connsiteX0" fmla="*/ 0 w 73677"/>
                      <a:gd name="connsiteY0" fmla="*/ 0 h 346692"/>
                      <a:gd name="connsiteX1" fmla="*/ 73672 w 73677"/>
                      <a:gd name="connsiteY1" fmla="*/ 186347 h 346692"/>
                      <a:gd name="connsiteX2" fmla="*/ 4333 w 73677"/>
                      <a:gd name="connsiteY2" fmla="*/ 346692 h 346692"/>
                      <a:gd name="connsiteX3" fmla="*/ 4333 w 73677"/>
                      <a:gd name="connsiteY3" fmla="*/ 346692 h 346692"/>
                      <a:gd name="connsiteX4" fmla="*/ 4333 w 73677"/>
                      <a:gd name="connsiteY4" fmla="*/ 346692 h 346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3677" h="346692">
                        <a:moveTo>
                          <a:pt x="0" y="0"/>
                        </a:moveTo>
                        <a:cubicBezTo>
                          <a:pt x="36475" y="64282"/>
                          <a:pt x="72950" y="128565"/>
                          <a:pt x="73672" y="186347"/>
                        </a:cubicBezTo>
                        <a:cubicBezTo>
                          <a:pt x="74394" y="244129"/>
                          <a:pt x="4333" y="346692"/>
                          <a:pt x="4333" y="346692"/>
                        </a:cubicBezTo>
                        <a:lnTo>
                          <a:pt x="4333" y="346692"/>
                        </a:lnTo>
                        <a:lnTo>
                          <a:pt x="4333" y="34669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 noProof="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71" name="Freeform 128">
                <a:extLst>
                  <a:ext uri="{FF2B5EF4-FFF2-40B4-BE49-F238E27FC236}">
                    <a16:creationId xmlns:a16="http://schemas.microsoft.com/office/drawing/2014/main" id="{55B06930-734D-D955-3E0B-F4F56167063E}"/>
                  </a:ext>
                </a:extLst>
              </p:cNvPr>
              <p:cNvSpPr/>
              <p:nvPr/>
            </p:nvSpPr>
            <p:spPr>
              <a:xfrm>
                <a:off x="6052588" y="5831956"/>
                <a:ext cx="16228" cy="138695"/>
              </a:xfrm>
              <a:custGeom>
                <a:avLst/>
                <a:gdLst>
                  <a:gd name="connsiteX0" fmla="*/ 0 w 73677"/>
                  <a:gd name="connsiteY0" fmla="*/ 0 h 346692"/>
                  <a:gd name="connsiteX1" fmla="*/ 73672 w 73677"/>
                  <a:gd name="connsiteY1" fmla="*/ 186347 h 346692"/>
                  <a:gd name="connsiteX2" fmla="*/ 4333 w 73677"/>
                  <a:gd name="connsiteY2" fmla="*/ 346692 h 346692"/>
                  <a:gd name="connsiteX3" fmla="*/ 4333 w 73677"/>
                  <a:gd name="connsiteY3" fmla="*/ 346692 h 346692"/>
                  <a:gd name="connsiteX4" fmla="*/ 4333 w 73677"/>
                  <a:gd name="connsiteY4" fmla="*/ 346692 h 346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677" h="346692">
                    <a:moveTo>
                      <a:pt x="0" y="0"/>
                    </a:moveTo>
                    <a:cubicBezTo>
                      <a:pt x="36475" y="64282"/>
                      <a:pt x="72950" y="128565"/>
                      <a:pt x="73672" y="186347"/>
                    </a:cubicBezTo>
                    <a:cubicBezTo>
                      <a:pt x="74394" y="244129"/>
                      <a:pt x="4333" y="346692"/>
                      <a:pt x="4333" y="346692"/>
                    </a:cubicBezTo>
                    <a:lnTo>
                      <a:pt x="4333" y="346692"/>
                    </a:lnTo>
                    <a:lnTo>
                      <a:pt x="4333" y="346692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5-Point Star 129">
                <a:extLst>
                  <a:ext uri="{FF2B5EF4-FFF2-40B4-BE49-F238E27FC236}">
                    <a16:creationId xmlns:a16="http://schemas.microsoft.com/office/drawing/2014/main" id="{DDF1F081-5926-08C5-665B-510E2C5B49AF}"/>
                  </a:ext>
                </a:extLst>
              </p:cNvPr>
              <p:cNvSpPr/>
              <p:nvPr/>
            </p:nvSpPr>
            <p:spPr>
              <a:xfrm>
                <a:off x="5506218" y="6137765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73" name="5-Point Star 130">
                <a:extLst>
                  <a:ext uri="{FF2B5EF4-FFF2-40B4-BE49-F238E27FC236}">
                    <a16:creationId xmlns:a16="http://schemas.microsoft.com/office/drawing/2014/main" id="{4001A163-4350-3510-EBD5-9DC2522F9C54}"/>
                  </a:ext>
                </a:extLst>
              </p:cNvPr>
              <p:cNvSpPr/>
              <p:nvPr/>
            </p:nvSpPr>
            <p:spPr>
              <a:xfrm>
                <a:off x="5957372" y="6261472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sp>
            <p:nvSpPr>
              <p:cNvPr id="74" name="5-Point Star 131">
                <a:extLst>
                  <a:ext uri="{FF2B5EF4-FFF2-40B4-BE49-F238E27FC236}">
                    <a16:creationId xmlns:a16="http://schemas.microsoft.com/office/drawing/2014/main" id="{ADFF09F8-F793-A4A9-D744-6C95A04FEF8C}"/>
                  </a:ext>
                </a:extLst>
              </p:cNvPr>
              <p:cNvSpPr/>
              <p:nvPr/>
            </p:nvSpPr>
            <p:spPr>
              <a:xfrm>
                <a:off x="5709539" y="6097526"/>
                <a:ext cx="93485" cy="110986"/>
              </a:xfrm>
              <a:prstGeom prst="star5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5454A21D-1954-BFA1-CE32-445EADE4ECEA}"/>
                  </a:ext>
                </a:extLst>
              </p:cNvPr>
              <p:cNvCxnSpPr/>
              <p:nvPr/>
            </p:nvCxnSpPr>
            <p:spPr>
              <a:xfrm flipV="1">
                <a:off x="5753647" y="5189784"/>
                <a:ext cx="0" cy="73842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214">
                <a:extLst>
                  <a:ext uri="{FF2B5EF4-FFF2-40B4-BE49-F238E27FC236}">
                    <a16:creationId xmlns:a16="http://schemas.microsoft.com/office/drawing/2014/main" id="{D094FE86-4A7C-534A-E118-356BFD98A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3332" y="7275783"/>
                <a:ext cx="1481308" cy="525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i="1" noProof="0" dirty="0">
                    <a:latin typeface="Arial" panose="020B0604020202020204" pitchFamily="34" charset="0"/>
                    <a:cs typeface="Arial" pitchFamily="34" charset="0"/>
                  </a:rPr>
                  <a:t>Sample </a:t>
                </a:r>
              </a:p>
            </p:txBody>
          </p:sp>
          <p:sp>
            <p:nvSpPr>
              <p:cNvPr id="77" name="Chord 76">
                <a:extLst>
                  <a:ext uri="{FF2B5EF4-FFF2-40B4-BE49-F238E27FC236}">
                    <a16:creationId xmlns:a16="http://schemas.microsoft.com/office/drawing/2014/main" id="{BFBFB80C-238E-D3C0-260C-5CDD543F8A3F}"/>
                  </a:ext>
                </a:extLst>
              </p:cNvPr>
              <p:cNvSpPr/>
              <p:nvPr/>
            </p:nvSpPr>
            <p:spPr>
              <a:xfrm>
                <a:off x="5449545" y="5795882"/>
                <a:ext cx="620965" cy="277496"/>
              </a:xfrm>
              <a:prstGeom prst="chord">
                <a:avLst>
                  <a:gd name="adj1" fmla="val 174694"/>
                  <a:gd name="adj2" fmla="val 1067751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latin typeface="Arial" panose="020B0604020202020204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382AC4D-0B97-9B44-B1BB-D34EFDFB970D}"/>
                </a:ext>
              </a:extLst>
            </p:cNvPr>
            <p:cNvCxnSpPr/>
            <p:nvPr/>
          </p:nvCxnSpPr>
          <p:spPr>
            <a:xfrm flipV="1">
              <a:off x="4501601" y="5305995"/>
              <a:ext cx="61615" cy="520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E931F7B-C01E-A4FC-60C2-5881DBFD4BD4}"/>
                </a:ext>
              </a:extLst>
            </p:cNvPr>
            <p:cNvCxnSpPr/>
            <p:nvPr/>
          </p:nvCxnSpPr>
          <p:spPr>
            <a:xfrm flipV="1">
              <a:off x="5537424" y="3833063"/>
              <a:ext cx="189480" cy="33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5ADECB5-2756-C809-7E26-138687CF4147}"/>
                </a:ext>
              </a:extLst>
            </p:cNvPr>
            <p:cNvCxnSpPr/>
            <p:nvPr/>
          </p:nvCxnSpPr>
          <p:spPr>
            <a:xfrm flipH="1" flipV="1">
              <a:off x="5383562" y="5387846"/>
              <a:ext cx="131175" cy="3088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1E87B5F-9649-B679-EFE3-F9D9FAB11694}"/>
                </a:ext>
              </a:extLst>
            </p:cNvPr>
            <p:cNvCxnSpPr/>
            <p:nvPr/>
          </p:nvCxnSpPr>
          <p:spPr>
            <a:xfrm flipV="1">
              <a:off x="8826049" y="3665470"/>
              <a:ext cx="683643" cy="5825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0E45EB-DFEA-B41B-A42E-1F37BF8D0872}"/>
                </a:ext>
              </a:extLst>
            </p:cNvPr>
            <p:cNvCxnSpPr>
              <a:cxnSpLocks/>
            </p:cNvCxnSpPr>
            <p:nvPr/>
          </p:nvCxnSpPr>
          <p:spPr>
            <a:xfrm>
              <a:off x="9019868" y="4902158"/>
              <a:ext cx="909220" cy="390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2DDBC6C-80C6-5ED3-C041-2B1C8118AACF}"/>
                </a:ext>
              </a:extLst>
            </p:cNvPr>
            <p:cNvCxnSpPr>
              <a:cxnSpLocks/>
              <a:endCxn id="76" idx="0"/>
            </p:cNvCxnSpPr>
            <p:nvPr/>
          </p:nvCxnSpPr>
          <p:spPr>
            <a:xfrm>
              <a:off x="8749089" y="5537823"/>
              <a:ext cx="160340" cy="45337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510518B-56E6-EE27-0DEC-5F0E49C09892}"/>
              </a:ext>
            </a:extLst>
          </p:cNvPr>
          <p:cNvSpPr/>
          <p:nvPr/>
        </p:nvSpPr>
        <p:spPr>
          <a:xfrm>
            <a:off x="2079450" y="5779699"/>
            <a:ext cx="2555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noProof="0" dirty="0"/>
              <a:t>Reis </a:t>
            </a:r>
            <a:r>
              <a:rPr lang="en-GB" sz="1000" i="1" noProof="0" dirty="0"/>
              <a:t>et al</a:t>
            </a:r>
            <a:r>
              <a:rPr lang="en-GB" sz="1000" noProof="0" dirty="0"/>
              <a:t>., Lab Chip, 2016</a:t>
            </a:r>
          </a:p>
        </p:txBody>
      </p:sp>
      <p:pic>
        <p:nvPicPr>
          <p:cNvPr id="189" name="Picture 188" descr="The image depicts a transparent tape with a scale reference next to it, showing a close-up view of the tape's structure.&#10;&#10;AI-generated content may be incorrect.">
            <a:extLst>
              <a:ext uri="{FF2B5EF4-FFF2-40B4-BE49-F238E27FC236}">
                <a16:creationId xmlns:a16="http://schemas.microsoft.com/office/drawing/2014/main" id="{1D2277CD-C8B9-6DDF-5809-C751C8AFBC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82" y="1260460"/>
            <a:ext cx="4016210" cy="2266387"/>
          </a:xfrm>
          <a:prstGeom prst="rect">
            <a:avLst/>
          </a:prstGeom>
        </p:spPr>
      </p:pic>
      <p:sp>
        <p:nvSpPr>
          <p:cNvPr id="190" name="Rectangle 214">
            <a:extLst>
              <a:ext uri="{FF2B5EF4-FFF2-40B4-BE49-F238E27FC236}">
                <a16:creationId xmlns:a16="http://schemas.microsoft.com/office/drawing/2014/main" id="{1C07B707-B450-1C6A-D103-4AD17CFB9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852" y="1230276"/>
            <a:ext cx="53812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noProof="0" dirty="0"/>
              <a:t>Continuous </a:t>
            </a:r>
            <a:r>
              <a:rPr lang="en-GB" b="1" noProof="0" dirty="0" err="1"/>
              <a:t>MicroCapillary</a:t>
            </a:r>
            <a:r>
              <a:rPr lang="en-GB" b="1" noProof="0" dirty="0"/>
              <a:t> </a:t>
            </a:r>
            <a:r>
              <a:rPr lang="en-GB" b="1" noProof="0" dirty="0" err="1"/>
              <a:t>FiIm</a:t>
            </a:r>
            <a:r>
              <a:rPr lang="en-GB" b="1" noProof="0" dirty="0"/>
              <a:t> (MCF)</a:t>
            </a:r>
          </a:p>
        </p:txBody>
      </p:sp>
    </p:spTree>
    <p:extLst>
      <p:ext uri="{BB962C8B-B14F-4D97-AF65-F5344CB8AC3E}">
        <p14:creationId xmlns:p14="http://schemas.microsoft.com/office/powerpoint/2010/main" val="19339948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CDEB-DC62-1F32-71BC-C11272B1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96B4535-E716-64F7-E577-BEF5C7EEA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EC6D70D-7455-71BC-4819-468204F6EC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F2E2DA2-6965-C1EC-23C2-89B457E3AABB}"/>
              </a:ext>
            </a:extLst>
          </p:cNvPr>
          <p:cNvSpPr txBox="1"/>
          <p:nvPr/>
        </p:nvSpPr>
        <p:spPr>
          <a:xfrm>
            <a:off x="680305" y="482325"/>
            <a:ext cx="6841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Rapid AST in the Microcapillary Film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A4C93AE-E13B-ACE7-E876-DF125698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4</a:t>
            </a:fld>
            <a:endParaRPr lang="en-GB" noProof="0" dirty="0"/>
          </a:p>
        </p:txBody>
      </p:sp>
      <p:pic>
        <p:nvPicPr>
          <p:cNvPr id="23" name="mL">
            <a:hlinkClick r:id="" action="ppaction://media"/>
            <a:extLst>
              <a:ext uri="{FF2B5EF4-FFF2-40B4-BE49-F238E27FC236}">
                <a16:creationId xmlns:a16="http://schemas.microsoft.com/office/drawing/2014/main" id="{12CDC1F1-ED56-6B52-58F3-73FD7EA91E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11473" y="1282410"/>
            <a:ext cx="6016915" cy="3763476"/>
          </a:xfrm>
          <a:prstGeom prst="rect">
            <a:avLst/>
          </a:prstGeom>
        </p:spPr>
      </p:pic>
      <p:grpSp>
        <p:nvGrpSpPr>
          <p:cNvPr id="24" name="Group 3">
            <a:extLst>
              <a:ext uri="{FF2B5EF4-FFF2-40B4-BE49-F238E27FC236}">
                <a16:creationId xmlns:a16="http://schemas.microsoft.com/office/drawing/2014/main" id="{D8B2A281-70FE-EB94-29C7-2BFED6FD5C92}"/>
              </a:ext>
            </a:extLst>
          </p:cNvPr>
          <p:cNvGrpSpPr/>
          <p:nvPr/>
        </p:nvGrpSpPr>
        <p:grpSpPr>
          <a:xfrm>
            <a:off x="2871871" y="577674"/>
            <a:ext cx="9145016" cy="4906094"/>
            <a:chOff x="35496" y="1551677"/>
            <a:chExt cx="9145016" cy="4906094"/>
          </a:xfrm>
        </p:grpSpPr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94C24F85-FF95-D855-FC9A-F2E0E18E4E18}"/>
                </a:ext>
              </a:extLst>
            </p:cNvPr>
            <p:cNvSpPr txBox="1"/>
            <p:nvPr/>
          </p:nvSpPr>
          <p:spPr>
            <a:xfrm>
              <a:off x="3568488" y="1817743"/>
              <a:ext cx="20070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noProof="0" dirty="0">
                  <a:effectLst/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~5×10</a:t>
              </a:r>
              <a:r>
                <a:rPr lang="en-GB" sz="1400" baseline="30000" noProof="0" dirty="0"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GB" sz="1400" baseline="30000" noProof="0" dirty="0">
                  <a:effectLst/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GB" sz="1400" noProof="0" dirty="0">
                  <a:effectLst/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CFU/mL </a:t>
              </a:r>
              <a:r>
                <a:rPr lang="en-GB" sz="1400" i="1" noProof="0" dirty="0">
                  <a:effectLst/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E. coli</a:t>
              </a:r>
              <a:endParaRPr lang="en-GB" sz="1400" i="1" noProof="0" dirty="0">
                <a:latin typeface="+mj-lt"/>
                <a:cs typeface="Times New Roman" panose="02020603050405020304" pitchFamily="18" charset="0"/>
              </a:endParaRPr>
            </a:p>
          </p:txBody>
        </p:sp>
        <p:pic>
          <p:nvPicPr>
            <p:cNvPr id="26" name="Picture 5">
              <a:extLst>
                <a:ext uri="{FF2B5EF4-FFF2-40B4-BE49-F238E27FC236}">
                  <a16:creationId xmlns:a16="http://schemas.microsoft.com/office/drawing/2014/main" id="{E921B54D-F0A4-3313-F508-09687D33DE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222" t="12107" r="54013" b="52346"/>
            <a:stretch/>
          </p:blipFill>
          <p:spPr>
            <a:xfrm rot="10800000" flipH="1" flipV="1">
              <a:off x="7352335" y="2281697"/>
              <a:ext cx="800980" cy="3715184"/>
            </a:xfrm>
            <a:prstGeom prst="rect">
              <a:avLst/>
            </a:prstGeom>
          </p:spPr>
        </p:pic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59B9F290-6F13-3622-81AD-04545B79CC69}"/>
                </a:ext>
              </a:extLst>
            </p:cNvPr>
            <p:cNvSpPr txBox="1"/>
            <p:nvPr/>
          </p:nvSpPr>
          <p:spPr>
            <a:xfrm>
              <a:off x="8213635" y="2281697"/>
              <a:ext cx="666329" cy="3778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PC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0.5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64</a:t>
              </a:r>
            </a:p>
            <a:p>
              <a:pPr>
                <a:lnSpc>
                  <a:spcPts val="2900"/>
                </a:lnSpc>
              </a:pPr>
              <a:r>
                <a:rPr lang="en-GB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128</a:t>
              </a:r>
            </a:p>
          </p:txBody>
        </p:sp>
        <p:sp>
          <p:nvSpPr>
            <p:cNvPr id="31" name="TextBox 8">
              <a:extLst>
                <a:ext uri="{FF2B5EF4-FFF2-40B4-BE49-F238E27FC236}">
                  <a16:creationId xmlns:a16="http://schemas.microsoft.com/office/drawing/2014/main" id="{7C46132F-AF44-9A14-4276-F597776D34CC}"/>
                </a:ext>
              </a:extLst>
            </p:cNvPr>
            <p:cNvSpPr txBox="1"/>
            <p:nvPr/>
          </p:nvSpPr>
          <p:spPr>
            <a:xfrm>
              <a:off x="8194436" y="1551677"/>
              <a:ext cx="98607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noProof="0" dirty="0" err="1"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Ampicillinconc</a:t>
              </a:r>
              <a:r>
                <a:rPr lang="en-GB" sz="1400" noProof="0" dirty="0"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. (µg/mL)</a:t>
              </a:r>
              <a:endParaRPr lang="en-GB" sz="1400" noProof="0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9">
              <a:extLst>
                <a:ext uri="{FF2B5EF4-FFF2-40B4-BE49-F238E27FC236}">
                  <a16:creationId xmlns:a16="http://schemas.microsoft.com/office/drawing/2014/main" id="{89E4ED01-7BC6-5EB3-CD96-A6D583852267}"/>
                </a:ext>
              </a:extLst>
            </p:cNvPr>
            <p:cNvSpPr txBox="1"/>
            <p:nvPr/>
          </p:nvSpPr>
          <p:spPr>
            <a:xfrm>
              <a:off x="7467786" y="1756084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noProof="0" dirty="0"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rPr>
                <a:t>BMD</a:t>
              </a:r>
              <a:endParaRPr lang="en-GB" sz="1400" b="1" noProof="0" dirty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Connector 10">
              <a:extLst>
                <a:ext uri="{FF2B5EF4-FFF2-40B4-BE49-F238E27FC236}">
                  <a16:creationId xmlns:a16="http://schemas.microsoft.com/office/drawing/2014/main" id="{8B06DD3D-0EB1-D612-E222-30154954F67D}"/>
                </a:ext>
              </a:extLst>
            </p:cNvPr>
            <p:cNvCxnSpPr/>
            <p:nvPr/>
          </p:nvCxnSpPr>
          <p:spPr>
            <a:xfrm>
              <a:off x="7352334" y="2126613"/>
              <a:ext cx="78178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11">
              <a:extLst>
                <a:ext uri="{FF2B5EF4-FFF2-40B4-BE49-F238E27FC236}">
                  <a16:creationId xmlns:a16="http://schemas.microsoft.com/office/drawing/2014/main" id="{9CFE93BE-5560-CAEA-C477-D9DC22F56279}"/>
                </a:ext>
              </a:extLst>
            </p:cNvPr>
            <p:cNvCxnSpPr>
              <a:cxnSpLocks/>
            </p:cNvCxnSpPr>
            <p:nvPr/>
          </p:nvCxnSpPr>
          <p:spPr>
            <a:xfrm>
              <a:off x="7352334" y="2126613"/>
              <a:ext cx="0" cy="152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12">
              <a:extLst>
                <a:ext uri="{FF2B5EF4-FFF2-40B4-BE49-F238E27FC236}">
                  <a16:creationId xmlns:a16="http://schemas.microsoft.com/office/drawing/2014/main" id="{03083DBA-AAF4-1BCC-AD68-1F20BB419B44}"/>
                </a:ext>
              </a:extLst>
            </p:cNvPr>
            <p:cNvCxnSpPr>
              <a:cxnSpLocks/>
            </p:cNvCxnSpPr>
            <p:nvPr/>
          </p:nvCxnSpPr>
          <p:spPr>
            <a:xfrm>
              <a:off x="8134114" y="2124181"/>
              <a:ext cx="0" cy="1526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13">
              <a:extLst>
                <a:ext uri="{FF2B5EF4-FFF2-40B4-BE49-F238E27FC236}">
                  <a16:creationId xmlns:a16="http://schemas.microsoft.com/office/drawing/2014/main" id="{DD5B25FD-3215-E427-A99E-9251C7C92200}"/>
                </a:ext>
              </a:extLst>
            </p:cNvPr>
            <p:cNvCxnSpPr>
              <a:cxnSpLocks/>
            </p:cNvCxnSpPr>
            <p:nvPr/>
          </p:nvCxnSpPr>
          <p:spPr>
            <a:xfrm>
              <a:off x="1275098" y="6140580"/>
              <a:ext cx="2520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D295C915-EF13-101A-4BB2-196BC95ECFD1}"/>
                </a:ext>
              </a:extLst>
            </p:cNvPr>
            <p:cNvSpPr txBox="1"/>
            <p:nvPr/>
          </p:nvSpPr>
          <p:spPr>
            <a:xfrm>
              <a:off x="2043316" y="6140580"/>
              <a:ext cx="6543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noProof="0" dirty="0"/>
                <a:t>5 mm</a:t>
              </a:r>
            </a:p>
          </p:txBody>
        </p:sp>
        <p:pic>
          <p:nvPicPr>
            <p:cNvPr id="39" name="Picture 4">
              <a:extLst>
                <a:ext uri="{FF2B5EF4-FFF2-40B4-BE49-F238E27FC236}">
                  <a16:creationId xmlns:a16="http://schemas.microsoft.com/office/drawing/2014/main" id="{95151585-7F54-5166-B1CB-9D926F9FFD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1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-1422145" y="3748592"/>
              <a:ext cx="3779092" cy="748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 Box 3">
              <a:extLst>
                <a:ext uri="{FF2B5EF4-FFF2-40B4-BE49-F238E27FC236}">
                  <a16:creationId xmlns:a16="http://schemas.microsoft.com/office/drawing/2014/main" id="{16A1D4A6-C7FD-178B-A1AB-720DF3CBC5F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496" y="6169355"/>
              <a:ext cx="931755" cy="288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2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SimSun" pitchFamily="2" charset="-122"/>
                  <a:cs typeface="Arial" pitchFamily="34" charset="0"/>
                </a:rPr>
                <a:t>500 µm</a:t>
              </a:r>
              <a:endParaRPr kumimoji="0" lang="en-GB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41" name="Straight Connector 17">
              <a:extLst>
                <a:ext uri="{FF2B5EF4-FFF2-40B4-BE49-F238E27FC236}">
                  <a16:creationId xmlns:a16="http://schemas.microsoft.com/office/drawing/2014/main" id="{C6534FF7-7F3A-3D3F-95AE-A066FF0A5C7D}"/>
                </a:ext>
              </a:extLst>
            </p:cNvPr>
            <p:cNvCxnSpPr>
              <a:cxnSpLocks/>
            </p:cNvCxnSpPr>
            <p:nvPr/>
          </p:nvCxnSpPr>
          <p:spPr>
            <a:xfrm>
              <a:off x="121988" y="6140680"/>
              <a:ext cx="442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Arrow: Down 18">
              <a:extLst>
                <a:ext uri="{FF2B5EF4-FFF2-40B4-BE49-F238E27FC236}">
                  <a16:creationId xmlns:a16="http://schemas.microsoft.com/office/drawing/2014/main" id="{E8E845C4-4B9D-F463-A0C9-1EDFFAC2BA0B}"/>
                </a:ext>
              </a:extLst>
            </p:cNvPr>
            <p:cNvSpPr/>
            <p:nvPr/>
          </p:nvSpPr>
          <p:spPr>
            <a:xfrm rot="16200000">
              <a:off x="774765" y="4045836"/>
              <a:ext cx="385559" cy="53286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3" name="TextBox 19">
              <a:extLst>
                <a:ext uri="{FF2B5EF4-FFF2-40B4-BE49-F238E27FC236}">
                  <a16:creationId xmlns:a16="http://schemas.microsoft.com/office/drawing/2014/main" id="{E53C8F87-2E34-A8A1-76DA-89A431BE8503}"/>
                </a:ext>
              </a:extLst>
            </p:cNvPr>
            <p:cNvSpPr txBox="1"/>
            <p:nvPr/>
          </p:nvSpPr>
          <p:spPr>
            <a:xfrm>
              <a:off x="129067" y="4127603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noProof="0" dirty="0"/>
                <a:t>MIC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7AF3267-2CC8-434F-2AAE-93E3E0FDE565}"/>
              </a:ext>
            </a:extLst>
          </p:cNvPr>
          <p:cNvSpPr txBox="1"/>
          <p:nvPr/>
        </p:nvSpPr>
        <p:spPr>
          <a:xfrm>
            <a:off x="185956" y="1963182"/>
            <a:ext cx="2414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noProof="0" dirty="0"/>
              <a:t>Current methods: </a:t>
            </a:r>
          </a:p>
          <a:p>
            <a:r>
              <a:rPr lang="en-GB" noProof="0" dirty="0"/>
              <a:t>16-24h to determine MIC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681E3-DFB4-CF73-FD3B-62AD6C8FE0EF}"/>
              </a:ext>
            </a:extLst>
          </p:cNvPr>
          <p:cNvSpPr txBox="1"/>
          <p:nvPr/>
        </p:nvSpPr>
        <p:spPr>
          <a:xfrm>
            <a:off x="129296" y="3017063"/>
            <a:ext cx="241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noProof="0" dirty="0"/>
              <a:t>MCF: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2F524-89E1-28AD-90F4-16DA7DB63376}"/>
              </a:ext>
            </a:extLst>
          </p:cNvPr>
          <p:cNvSpPr txBox="1"/>
          <p:nvPr/>
        </p:nvSpPr>
        <p:spPr>
          <a:xfrm>
            <a:off x="589279" y="3201729"/>
            <a:ext cx="15892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noProof="0" dirty="0"/>
              <a:t>Time for interpretation of AST or MIC results was established to correspond to </a:t>
            </a:r>
            <a:r>
              <a:rPr lang="en-GB" b="1" noProof="0" dirty="0"/>
              <a:t>2×tc (12h).</a:t>
            </a:r>
          </a:p>
        </p:txBody>
      </p:sp>
      <p:sp>
        <p:nvSpPr>
          <p:cNvPr id="10" name="Arrow: Curved Right 9">
            <a:extLst>
              <a:ext uri="{FF2B5EF4-FFF2-40B4-BE49-F238E27FC236}">
                <a16:creationId xmlns:a16="http://schemas.microsoft.com/office/drawing/2014/main" id="{93F287F0-D494-7BE4-2A56-0D7D5D2C9ADA}"/>
              </a:ext>
            </a:extLst>
          </p:cNvPr>
          <p:cNvSpPr/>
          <p:nvPr/>
        </p:nvSpPr>
        <p:spPr>
          <a:xfrm>
            <a:off x="541196" y="5195352"/>
            <a:ext cx="442800" cy="975359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57982-CF4D-A1BF-1591-76AE330EC7F6}"/>
              </a:ext>
            </a:extLst>
          </p:cNvPr>
          <p:cNvSpPr txBox="1"/>
          <p:nvPr/>
        </p:nvSpPr>
        <p:spPr>
          <a:xfrm>
            <a:off x="985520" y="5620293"/>
            <a:ext cx="1120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Reference mean time to reach the cut-off signal of 0.14 in non-antibiotic microcapillaries as </a:t>
            </a:r>
            <a:r>
              <a:rPr lang="en-GB" noProof="0" dirty="0" err="1"/>
              <a:t>tc</a:t>
            </a:r>
            <a:r>
              <a:rPr lang="en-GB" noProof="0" dirty="0"/>
              <a:t>, when the growth rate in antibiotic-containing microcapillaries dropped by 50% (comparison with the non-antibiotic capillary);</a:t>
            </a:r>
          </a:p>
        </p:txBody>
      </p:sp>
    </p:spTree>
    <p:extLst>
      <p:ext uri="{BB962C8B-B14F-4D97-AF65-F5344CB8AC3E}">
        <p14:creationId xmlns:p14="http://schemas.microsoft.com/office/powerpoint/2010/main" val="266315588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924E7-9363-67EF-DAD4-EA011FE0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F2CD713-038A-3ECA-4FCD-CE7BE37AD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04BA3B4-BACA-2E47-11C8-B447983C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D3DCF64-9EE2-8C0A-D62C-198230286132}"/>
              </a:ext>
            </a:extLst>
          </p:cNvPr>
          <p:cNvSpPr txBox="1"/>
          <p:nvPr/>
        </p:nvSpPr>
        <p:spPr>
          <a:xfrm>
            <a:off x="680305" y="446615"/>
            <a:ext cx="6480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Research question and objectives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1EECC91-7136-CF95-09EB-A0F25001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253D1F-1A60-7CC7-F559-B5B8B730D360}"/>
              </a:ext>
            </a:extLst>
          </p:cNvPr>
          <p:cNvSpPr txBox="1">
            <a:spLocks/>
          </p:cNvSpPr>
          <p:nvPr/>
        </p:nvSpPr>
        <p:spPr>
          <a:xfrm>
            <a:off x="996095" y="13150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noProof="0" dirty="0"/>
              <a:t>Can machine learning models use </a:t>
            </a:r>
            <a:r>
              <a:rPr lang="en-GB" sz="2400" b="1" noProof="0" dirty="0"/>
              <a:t>early GVR time-series data to </a:t>
            </a:r>
            <a:r>
              <a:rPr lang="en-GB" sz="2400" noProof="0" dirty="0"/>
              <a:t>predict which capillaries in an antibiotic concentration will remain inhibited at the endpoint, allowing early estimation of the MIC (minimum inhibitory concentration)?</a:t>
            </a:r>
            <a:br>
              <a:rPr lang="en-GB" sz="2400" noProof="0" dirty="0"/>
            </a:br>
            <a:endParaRPr lang="en-GB" sz="2400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6889DA-F12A-993D-3E76-DAA012FD9CF0}"/>
              </a:ext>
            </a:extLst>
          </p:cNvPr>
          <p:cNvSpPr txBox="1">
            <a:spLocks/>
          </p:cNvSpPr>
          <p:nvPr/>
        </p:nvSpPr>
        <p:spPr>
          <a:xfrm>
            <a:off x="141824" y="2640650"/>
            <a:ext cx="5303935" cy="807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noProof="0" dirty="0"/>
              <a:t> GVR = (</a:t>
            </a:r>
            <a:r>
              <a:rPr lang="en-GB" sz="1200" noProof="0" dirty="0" err="1"/>
              <a:t>AbG</a:t>
            </a:r>
            <a:r>
              <a:rPr lang="en-GB" sz="1200" noProof="0" dirty="0"/>
              <a:t>(sample) – </a:t>
            </a:r>
            <a:r>
              <a:rPr lang="en-GB" sz="1200" noProof="0" dirty="0" err="1"/>
              <a:t>AbG</a:t>
            </a:r>
            <a:r>
              <a:rPr lang="en-GB" sz="1200" noProof="0" dirty="0"/>
              <a:t>(reference)) / </a:t>
            </a:r>
            <a:r>
              <a:rPr lang="en-GB" sz="1200" noProof="0" dirty="0" err="1"/>
              <a:t>AbG</a:t>
            </a:r>
            <a:r>
              <a:rPr lang="en-GB" sz="1200" noProof="0" dirty="0"/>
              <a:t>(reference)</a:t>
            </a:r>
          </a:p>
          <a:p>
            <a:pPr lvl="2"/>
            <a:r>
              <a:rPr lang="en-GB" sz="1200" noProof="0" dirty="0" err="1"/>
              <a:t>AbG</a:t>
            </a:r>
            <a:r>
              <a:rPr lang="en-GB" sz="1200" noProof="0" dirty="0"/>
              <a:t> (sample): Colour intensity with bacteria and antibiotics.</a:t>
            </a:r>
          </a:p>
          <a:p>
            <a:pPr lvl="2"/>
            <a:r>
              <a:rPr lang="en-GB" sz="1200" noProof="0" dirty="0" err="1"/>
              <a:t>AbG</a:t>
            </a:r>
            <a:r>
              <a:rPr lang="en-GB" sz="1200" noProof="0" dirty="0"/>
              <a:t> (reference): Colour intensity of the medium alone.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16B3A-961D-5E2F-EDFB-955924ED1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26" y="3748240"/>
            <a:ext cx="4353971" cy="166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aixaDeTexto 51">
            <a:extLst>
              <a:ext uri="{FF2B5EF4-FFF2-40B4-BE49-F238E27FC236}">
                <a16:creationId xmlns:a16="http://schemas.microsoft.com/office/drawing/2014/main" id="{2127D23C-5558-BA96-164A-CF85B1BC70B6}"/>
              </a:ext>
            </a:extLst>
          </p:cNvPr>
          <p:cNvSpPr txBox="1"/>
          <p:nvPr/>
        </p:nvSpPr>
        <p:spPr>
          <a:xfrm>
            <a:off x="1504616" y="3482298"/>
            <a:ext cx="2522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noProof="0" dirty="0"/>
              <a:t>Signal Quantitation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C592FB-03BF-A46F-1367-5B95DC1FE166}"/>
              </a:ext>
            </a:extLst>
          </p:cNvPr>
          <p:cNvSpPr txBox="1">
            <a:spLocks/>
          </p:cNvSpPr>
          <p:nvPr/>
        </p:nvSpPr>
        <p:spPr>
          <a:xfrm>
            <a:off x="6174749" y="4521199"/>
            <a:ext cx="6015727" cy="64458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  <a:p>
            <a:pPr algn="just"/>
            <a:endParaRPr lang="en-GB" sz="24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768AE-FE37-DADE-97E9-B590B7AAE850}"/>
              </a:ext>
            </a:extLst>
          </p:cNvPr>
          <p:cNvSpPr txBox="1"/>
          <p:nvPr/>
        </p:nvSpPr>
        <p:spPr>
          <a:xfrm>
            <a:off x="5522984" y="250919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b="1" noProof="0" dirty="0"/>
              <a:t>Objectives: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800" noProof="0" dirty="0"/>
              <a:t> Organise data from experiments containing all the GVR related to several combinations of bacteria type, bacteria concentration, time,  antibiotic type, and antibiotic concentration in Python.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800" noProof="0" dirty="0"/>
              <a:t>Test different machine learning models using Python software;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800" noProof="0" dirty="0"/>
              <a:t>Design features for the models;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800" noProof="0" dirty="0"/>
              <a:t>Compare different models;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GB" sz="1800" noProof="0" dirty="0"/>
              <a:t>Evaluate the models and compare them with experimental data. </a:t>
            </a:r>
          </a:p>
        </p:txBody>
      </p:sp>
    </p:spTree>
    <p:extLst>
      <p:ext uri="{BB962C8B-B14F-4D97-AF65-F5344CB8AC3E}">
        <p14:creationId xmlns:p14="http://schemas.microsoft.com/office/powerpoint/2010/main" val="1655522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tângulo 152">
            <a:extLst>
              <a:ext uri="{FF2B5EF4-FFF2-40B4-BE49-F238E27FC236}">
                <a16:creationId xmlns:a16="http://schemas.microsoft.com/office/drawing/2014/main" id="{83C1D185-1FDE-759E-1F52-65BAB07AD70F}"/>
              </a:ext>
            </a:extLst>
          </p:cNvPr>
          <p:cNvSpPr/>
          <p:nvPr/>
        </p:nvSpPr>
        <p:spPr>
          <a:xfrm>
            <a:off x="10397321" y="540005"/>
            <a:ext cx="1501264" cy="548778"/>
          </a:xfrm>
          <a:prstGeom prst="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C749FE2E-9448-25C4-31EF-38F4C01E3552}"/>
              </a:ext>
            </a:extLst>
          </p:cNvPr>
          <p:cNvSpPr/>
          <p:nvPr/>
        </p:nvSpPr>
        <p:spPr>
          <a:xfrm>
            <a:off x="8515546" y="547336"/>
            <a:ext cx="1501263" cy="548778"/>
          </a:xfrm>
          <a:prstGeom prst="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1" name="Retângulo 150">
            <a:extLst>
              <a:ext uri="{FF2B5EF4-FFF2-40B4-BE49-F238E27FC236}">
                <a16:creationId xmlns:a16="http://schemas.microsoft.com/office/drawing/2014/main" id="{6DFC2202-3C6E-DB1A-5741-186A4EB44985}"/>
              </a:ext>
            </a:extLst>
          </p:cNvPr>
          <p:cNvSpPr/>
          <p:nvPr/>
        </p:nvSpPr>
        <p:spPr>
          <a:xfrm>
            <a:off x="6805291" y="583954"/>
            <a:ext cx="1527779" cy="548778"/>
          </a:xfrm>
          <a:prstGeom prst="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0" name="Retângulo 149">
            <a:extLst>
              <a:ext uri="{FF2B5EF4-FFF2-40B4-BE49-F238E27FC236}">
                <a16:creationId xmlns:a16="http://schemas.microsoft.com/office/drawing/2014/main" id="{867AECD3-A9A8-10BF-851E-7E6F936FB946}"/>
              </a:ext>
            </a:extLst>
          </p:cNvPr>
          <p:cNvSpPr/>
          <p:nvPr/>
        </p:nvSpPr>
        <p:spPr>
          <a:xfrm>
            <a:off x="4806594" y="583954"/>
            <a:ext cx="1750141" cy="548778"/>
          </a:xfrm>
          <a:prstGeom prst="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7DA1DB1A-E6D9-FF02-A582-D1D916FF53D5}"/>
              </a:ext>
            </a:extLst>
          </p:cNvPr>
          <p:cNvSpPr/>
          <p:nvPr/>
        </p:nvSpPr>
        <p:spPr>
          <a:xfrm>
            <a:off x="676780" y="589755"/>
            <a:ext cx="3097069" cy="548778"/>
          </a:xfrm>
          <a:prstGeom prst="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F98C7DC-52E6-4D06-B6D6-B3732C43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39888E-892B-EF3A-465E-3B9EDC8CCF8F}"/>
              </a:ext>
            </a:extLst>
          </p:cNvPr>
          <p:cNvSpPr txBox="1"/>
          <p:nvPr/>
        </p:nvSpPr>
        <p:spPr>
          <a:xfrm>
            <a:off x="525042" y="8533"/>
            <a:ext cx="3477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Data organisation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E05C2C6-DBF3-E15E-A45B-1EF5C93999D3}"/>
              </a:ext>
            </a:extLst>
          </p:cNvPr>
          <p:cNvSpPr txBox="1"/>
          <p:nvPr/>
        </p:nvSpPr>
        <p:spPr>
          <a:xfrm>
            <a:off x="1732080" y="1437307"/>
            <a:ext cx="1050172" cy="369332"/>
          </a:xfrm>
          <a:prstGeom prst="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i="1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E. coli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E723C6-A473-2F17-776C-E7CE5729CB71}"/>
              </a:ext>
            </a:extLst>
          </p:cNvPr>
          <p:cNvSpPr txBox="1"/>
          <p:nvPr/>
        </p:nvSpPr>
        <p:spPr>
          <a:xfrm>
            <a:off x="1618070" y="4830191"/>
            <a:ext cx="1170772" cy="369332"/>
          </a:xfrm>
          <a:prstGeom prst="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i="1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S. aureus</a:t>
            </a:r>
          </a:p>
        </p:txBody>
      </p: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B8A30CD7-5318-065D-AFEF-0524E5021B2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782252" y="1621973"/>
            <a:ext cx="1012723" cy="0"/>
          </a:xfrm>
          <a:prstGeom prst="straightConnector1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70F17F29-6066-48D7-7820-1022B8278E33}"/>
              </a:ext>
            </a:extLst>
          </p:cNvPr>
          <p:cNvCxnSpPr>
            <a:cxnSpLocks/>
          </p:cNvCxnSpPr>
          <p:nvPr/>
        </p:nvCxnSpPr>
        <p:spPr>
          <a:xfrm>
            <a:off x="2788842" y="4980985"/>
            <a:ext cx="1012723" cy="0"/>
          </a:xfrm>
          <a:prstGeom prst="straightConnector1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3CECAD8F-BBA0-D367-160F-F05AE098C4D3}"/>
              </a:ext>
            </a:extLst>
          </p:cNvPr>
          <p:cNvCxnSpPr>
            <a:cxnSpLocks/>
          </p:cNvCxnSpPr>
          <p:nvPr/>
        </p:nvCxnSpPr>
        <p:spPr>
          <a:xfrm flipH="1">
            <a:off x="3773849" y="1632491"/>
            <a:ext cx="4436" cy="3391526"/>
          </a:xfrm>
          <a:prstGeom prst="line">
            <a:avLst/>
          </a:prstGeom>
          <a:ln>
            <a:solidFill>
              <a:srgbClr val="0A2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0485E09F-AE05-5D89-8779-51F36377BA1A}"/>
              </a:ext>
            </a:extLst>
          </p:cNvPr>
          <p:cNvCxnSpPr>
            <a:cxnSpLocks/>
          </p:cNvCxnSpPr>
          <p:nvPr/>
        </p:nvCxnSpPr>
        <p:spPr>
          <a:xfrm>
            <a:off x="3937541" y="1632491"/>
            <a:ext cx="884903" cy="0"/>
          </a:xfrm>
          <a:prstGeom prst="straightConnector1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xão reta unidirecional 18">
            <a:extLst>
              <a:ext uri="{FF2B5EF4-FFF2-40B4-BE49-F238E27FC236}">
                <a16:creationId xmlns:a16="http://schemas.microsoft.com/office/drawing/2014/main" id="{ED0019EC-E505-806C-7F88-3566D886D981}"/>
              </a:ext>
            </a:extLst>
          </p:cNvPr>
          <p:cNvCxnSpPr>
            <a:cxnSpLocks/>
          </p:cNvCxnSpPr>
          <p:nvPr/>
        </p:nvCxnSpPr>
        <p:spPr>
          <a:xfrm>
            <a:off x="3937540" y="4980985"/>
            <a:ext cx="884903" cy="0"/>
          </a:xfrm>
          <a:prstGeom prst="straightConnector1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6BA90CDD-529E-81BA-ADB2-A9829DCC93CB}"/>
              </a:ext>
            </a:extLst>
          </p:cNvPr>
          <p:cNvCxnSpPr>
            <a:cxnSpLocks/>
          </p:cNvCxnSpPr>
          <p:nvPr/>
        </p:nvCxnSpPr>
        <p:spPr>
          <a:xfrm>
            <a:off x="3937542" y="4252703"/>
            <a:ext cx="884903" cy="0"/>
          </a:xfrm>
          <a:prstGeom prst="straightConnector1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945D9908-7514-796D-95A0-6C45D444D6D2}"/>
              </a:ext>
            </a:extLst>
          </p:cNvPr>
          <p:cNvCxnSpPr>
            <a:cxnSpLocks/>
          </p:cNvCxnSpPr>
          <p:nvPr/>
        </p:nvCxnSpPr>
        <p:spPr>
          <a:xfrm>
            <a:off x="3937540" y="3305883"/>
            <a:ext cx="884903" cy="0"/>
          </a:xfrm>
          <a:prstGeom prst="straightConnector1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4EE5D88A-F5E4-F2B3-8057-CEEA278B4A80}"/>
              </a:ext>
            </a:extLst>
          </p:cNvPr>
          <p:cNvCxnSpPr>
            <a:cxnSpLocks/>
          </p:cNvCxnSpPr>
          <p:nvPr/>
        </p:nvCxnSpPr>
        <p:spPr>
          <a:xfrm>
            <a:off x="3937541" y="2479769"/>
            <a:ext cx="884903" cy="0"/>
          </a:xfrm>
          <a:prstGeom prst="straightConnector1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xão: Ângulo Reto 23">
            <a:extLst>
              <a:ext uri="{FF2B5EF4-FFF2-40B4-BE49-F238E27FC236}">
                <a16:creationId xmlns:a16="http://schemas.microsoft.com/office/drawing/2014/main" id="{929B9F46-8037-3F11-C511-233724A7C65D}"/>
              </a:ext>
            </a:extLst>
          </p:cNvPr>
          <p:cNvCxnSpPr>
            <a:cxnSpLocks/>
            <a:stCxn id="3" idx="2"/>
            <a:endCxn id="43" idx="1"/>
          </p:cNvCxnSpPr>
          <p:nvPr/>
        </p:nvCxnSpPr>
        <p:spPr>
          <a:xfrm rot="16200000" flipH="1">
            <a:off x="3161070" y="4241909"/>
            <a:ext cx="610154" cy="2525382"/>
          </a:xfrm>
          <a:prstGeom prst="bentConnector2">
            <a:avLst/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7C226E9-D43E-E772-3625-4331A66B3A2C}"/>
              </a:ext>
            </a:extLst>
          </p:cNvPr>
          <p:cNvSpPr txBox="1"/>
          <p:nvPr/>
        </p:nvSpPr>
        <p:spPr>
          <a:xfrm>
            <a:off x="5006071" y="1424620"/>
            <a:ext cx="1396181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ampicillin 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2D5CC1C-BE85-3BDA-1D99-19BCF701E079}"/>
              </a:ext>
            </a:extLst>
          </p:cNvPr>
          <p:cNvSpPr txBox="1"/>
          <p:nvPr/>
        </p:nvSpPr>
        <p:spPr>
          <a:xfrm>
            <a:off x="4965014" y="2299546"/>
            <a:ext cx="1523613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ciprofloxacin 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C605378-E306-045C-1F65-5BED3FFEEB2D}"/>
              </a:ext>
            </a:extLst>
          </p:cNvPr>
          <p:cNvSpPr txBox="1"/>
          <p:nvPr/>
        </p:nvSpPr>
        <p:spPr>
          <a:xfrm>
            <a:off x="5028729" y="3119635"/>
            <a:ext cx="1396181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gentamicin 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F5145FA-FE51-5059-FB8E-A0EB1A92DC3F}"/>
              </a:ext>
            </a:extLst>
          </p:cNvPr>
          <p:cNvSpPr txBox="1"/>
          <p:nvPr/>
        </p:nvSpPr>
        <p:spPr>
          <a:xfrm>
            <a:off x="5006071" y="3939725"/>
            <a:ext cx="1396181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tetracycline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F43E335-7725-9E1F-5BDF-E43884022A32}"/>
              </a:ext>
            </a:extLst>
          </p:cNvPr>
          <p:cNvSpPr txBox="1"/>
          <p:nvPr/>
        </p:nvSpPr>
        <p:spPr>
          <a:xfrm>
            <a:off x="4919168" y="4782368"/>
            <a:ext cx="1651819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trimethoprim 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71CFEAC-1963-D0DD-32B3-2BAD8565AD44}"/>
              </a:ext>
            </a:extLst>
          </p:cNvPr>
          <p:cNvSpPr txBox="1"/>
          <p:nvPr/>
        </p:nvSpPr>
        <p:spPr>
          <a:xfrm>
            <a:off x="4728838" y="5625011"/>
            <a:ext cx="193223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sulfamethoxazole 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168975D-F4B7-9F32-A435-1CDE5B935499}"/>
              </a:ext>
            </a:extLst>
          </p:cNvPr>
          <p:cNvSpPr txBox="1"/>
          <p:nvPr/>
        </p:nvSpPr>
        <p:spPr>
          <a:xfrm>
            <a:off x="1618070" y="685500"/>
            <a:ext cx="127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Bacteria's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D12E50A-6187-D807-EDE5-664ACA8B2BBF}"/>
              </a:ext>
            </a:extLst>
          </p:cNvPr>
          <p:cNvSpPr txBox="1"/>
          <p:nvPr/>
        </p:nvSpPr>
        <p:spPr>
          <a:xfrm>
            <a:off x="4976573" y="684693"/>
            <a:ext cx="139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Antibiotics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31EC966-9399-7585-C040-7CE8907D4870}"/>
              </a:ext>
            </a:extLst>
          </p:cNvPr>
          <p:cNvSpPr txBox="1"/>
          <p:nvPr/>
        </p:nvSpPr>
        <p:spPr>
          <a:xfrm>
            <a:off x="8553679" y="644904"/>
            <a:ext cx="146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Experiments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FD796DF-45EE-49F8-E156-0AFD27D3393E}"/>
              </a:ext>
            </a:extLst>
          </p:cNvPr>
          <p:cNvSpPr txBox="1"/>
          <p:nvPr/>
        </p:nvSpPr>
        <p:spPr>
          <a:xfrm>
            <a:off x="6739211" y="556538"/>
            <a:ext cx="16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Bacterial</a:t>
            </a:r>
            <a:r>
              <a:rPr lang="en-GB" noProof="0" dirty="0"/>
              <a:t> </a:t>
            </a:r>
            <a:r>
              <a:rPr lang="en-GB" noProof="0" dirty="0">
                <a:solidFill>
                  <a:schemeClr val="bg1"/>
                </a:solidFill>
              </a:rPr>
              <a:t>Concentrations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2DB0186-425A-C74B-E599-E050AF1FFFB2}"/>
              </a:ext>
            </a:extLst>
          </p:cNvPr>
          <p:cNvSpPr txBox="1"/>
          <p:nvPr/>
        </p:nvSpPr>
        <p:spPr>
          <a:xfrm>
            <a:off x="10474443" y="653049"/>
            <a:ext cx="134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Time Frame</a:t>
            </a:r>
          </a:p>
        </p:txBody>
      </p:sp>
      <p:cxnSp>
        <p:nvCxnSpPr>
          <p:cNvPr id="52" name="Conexão: Ângulo Reto 51">
            <a:extLst>
              <a:ext uri="{FF2B5EF4-FFF2-40B4-BE49-F238E27FC236}">
                <a16:creationId xmlns:a16="http://schemas.microsoft.com/office/drawing/2014/main" id="{DF032E52-FED3-28B1-A72D-8D81E54BD78C}"/>
              </a:ext>
            </a:extLst>
          </p:cNvPr>
          <p:cNvCxnSpPr>
            <a:cxnSpLocks/>
          </p:cNvCxnSpPr>
          <p:nvPr/>
        </p:nvCxnSpPr>
        <p:spPr>
          <a:xfrm rot="10800000">
            <a:off x="664116" y="4422724"/>
            <a:ext cx="1043950" cy="603037"/>
          </a:xfrm>
          <a:prstGeom prst="bentConnector3">
            <a:avLst>
              <a:gd name="adj1" fmla="val 99917"/>
            </a:avLst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xão: Ângulo Reto 58">
            <a:extLst>
              <a:ext uri="{FF2B5EF4-FFF2-40B4-BE49-F238E27FC236}">
                <a16:creationId xmlns:a16="http://schemas.microsoft.com/office/drawing/2014/main" id="{C06C925B-E07C-09BA-8943-BC446B1963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1980" y="1623599"/>
            <a:ext cx="1016820" cy="648928"/>
          </a:xfrm>
          <a:prstGeom prst="bentConnector3">
            <a:avLst>
              <a:gd name="adj1" fmla="val 101249"/>
            </a:avLst>
          </a:prstGeom>
          <a:ln>
            <a:solidFill>
              <a:srgbClr val="0A20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536C578C-8109-7444-6845-156262827777}"/>
              </a:ext>
            </a:extLst>
          </p:cNvPr>
          <p:cNvSpPr txBox="1"/>
          <p:nvPr/>
        </p:nvSpPr>
        <p:spPr>
          <a:xfrm>
            <a:off x="6805292" y="1252641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E4A04ABF-68F0-E0EC-3754-2AA89A4C89FB}"/>
              </a:ext>
            </a:extLst>
          </p:cNvPr>
          <p:cNvSpPr txBox="1"/>
          <p:nvPr/>
        </p:nvSpPr>
        <p:spPr>
          <a:xfrm>
            <a:off x="6805292" y="1598167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14F3A370-4D91-6E16-86AE-4BA14BC4D1F7}"/>
              </a:ext>
            </a:extLst>
          </p:cNvPr>
          <p:cNvSpPr txBox="1"/>
          <p:nvPr/>
        </p:nvSpPr>
        <p:spPr>
          <a:xfrm>
            <a:off x="6805292" y="2110437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5e5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A794505D-2547-0BEB-580C-6326E5C69AC1}"/>
              </a:ext>
            </a:extLst>
          </p:cNvPr>
          <p:cNvSpPr txBox="1"/>
          <p:nvPr/>
        </p:nvSpPr>
        <p:spPr>
          <a:xfrm>
            <a:off x="6805292" y="2436737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D559D1B8-82D0-1ACD-0054-0AADB7D26281}"/>
              </a:ext>
            </a:extLst>
          </p:cNvPr>
          <p:cNvSpPr txBox="1"/>
          <p:nvPr/>
        </p:nvSpPr>
        <p:spPr>
          <a:xfrm>
            <a:off x="6805292" y="2960446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5e5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3C0D0094-55DE-57B3-2D07-986EC7FDEA26}"/>
              </a:ext>
            </a:extLst>
          </p:cNvPr>
          <p:cNvSpPr txBox="1"/>
          <p:nvPr/>
        </p:nvSpPr>
        <p:spPr>
          <a:xfrm>
            <a:off x="6805292" y="3315137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2CF0AFD1-5AD5-B2B8-A6B8-0F75268D98D1}"/>
              </a:ext>
            </a:extLst>
          </p:cNvPr>
          <p:cNvSpPr txBox="1"/>
          <p:nvPr/>
        </p:nvSpPr>
        <p:spPr>
          <a:xfrm>
            <a:off x="6805292" y="3838846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60BA2D07-1F26-1ACC-8B7B-DB148E517A7D}"/>
              </a:ext>
            </a:extLst>
          </p:cNvPr>
          <p:cNvSpPr txBox="1"/>
          <p:nvPr/>
        </p:nvSpPr>
        <p:spPr>
          <a:xfrm>
            <a:off x="6805292" y="4165146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DC45C843-B9DE-26BB-091E-9ED942B25F86}"/>
              </a:ext>
            </a:extLst>
          </p:cNvPr>
          <p:cNvSpPr txBox="1"/>
          <p:nvPr/>
        </p:nvSpPr>
        <p:spPr>
          <a:xfrm>
            <a:off x="6805292" y="4654685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5e5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CDE7EB27-C764-4B46-5E8B-0E1F87875666}"/>
              </a:ext>
            </a:extLst>
          </p:cNvPr>
          <p:cNvSpPr txBox="1"/>
          <p:nvPr/>
        </p:nvSpPr>
        <p:spPr>
          <a:xfrm>
            <a:off x="6805292" y="4980985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231D857E-59C9-C174-16CB-956522A21F5A}"/>
              </a:ext>
            </a:extLst>
          </p:cNvPr>
          <p:cNvSpPr txBox="1"/>
          <p:nvPr/>
        </p:nvSpPr>
        <p:spPr>
          <a:xfrm>
            <a:off x="6805292" y="5620099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5e6</a:t>
            </a:r>
            <a:r>
              <a:rPr lang="en-GB" noProof="0" dirty="0"/>
              <a:t>, 5e5, 5e4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E79A0562-4295-DA2A-F6EB-E808784DBBC0}"/>
              </a:ext>
            </a:extLst>
          </p:cNvPr>
          <p:cNvSpPr txBox="1"/>
          <p:nvPr/>
        </p:nvSpPr>
        <p:spPr>
          <a:xfrm>
            <a:off x="8515546" y="1239954"/>
            <a:ext cx="1507672" cy="338554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9</a:t>
            </a:r>
            <a:endParaRPr lang="en-GB" noProof="0" dirty="0"/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B4F47200-C0FF-44CC-CF9F-B212F89BD9CA}"/>
              </a:ext>
            </a:extLst>
          </p:cNvPr>
          <p:cNvSpPr txBox="1"/>
          <p:nvPr/>
        </p:nvSpPr>
        <p:spPr>
          <a:xfrm>
            <a:off x="8515546" y="1585480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5</a:t>
            </a:r>
          </a:p>
        </p:txBody>
      </p:sp>
      <p:sp>
        <p:nvSpPr>
          <p:cNvPr id="130" name="CaixaDeTexto 129">
            <a:extLst>
              <a:ext uri="{FF2B5EF4-FFF2-40B4-BE49-F238E27FC236}">
                <a16:creationId xmlns:a16="http://schemas.microsoft.com/office/drawing/2014/main" id="{6C711C78-3555-1418-2476-BD9B1BF2582C}"/>
              </a:ext>
            </a:extLst>
          </p:cNvPr>
          <p:cNvSpPr txBox="1"/>
          <p:nvPr/>
        </p:nvSpPr>
        <p:spPr>
          <a:xfrm>
            <a:off x="8515546" y="2097750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3</a:t>
            </a:r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8FE565A5-C81E-95E5-A1B2-007652827B8E}"/>
              </a:ext>
            </a:extLst>
          </p:cNvPr>
          <p:cNvSpPr txBox="1"/>
          <p:nvPr/>
        </p:nvSpPr>
        <p:spPr>
          <a:xfrm>
            <a:off x="8515546" y="2444506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5</a:t>
            </a:r>
          </a:p>
        </p:txBody>
      </p: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FE6DF987-3256-B2FE-6636-C7F05478C470}"/>
              </a:ext>
            </a:extLst>
          </p:cNvPr>
          <p:cNvSpPr txBox="1"/>
          <p:nvPr/>
        </p:nvSpPr>
        <p:spPr>
          <a:xfrm>
            <a:off x="8515546" y="2947759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3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EE3EFFF9-72B2-4A8A-31AF-67867B7611B1}"/>
              </a:ext>
            </a:extLst>
          </p:cNvPr>
          <p:cNvSpPr txBox="1"/>
          <p:nvPr/>
        </p:nvSpPr>
        <p:spPr>
          <a:xfrm>
            <a:off x="8515546" y="3302450"/>
            <a:ext cx="150767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5</a:t>
            </a:r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D32211C1-ED35-F17D-944F-0B459B296F51}"/>
              </a:ext>
            </a:extLst>
          </p:cNvPr>
          <p:cNvSpPr txBox="1"/>
          <p:nvPr/>
        </p:nvSpPr>
        <p:spPr>
          <a:xfrm>
            <a:off x="8515546" y="3857196"/>
            <a:ext cx="1507672" cy="338554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9</a:t>
            </a:r>
            <a:endParaRPr lang="en-GB" noProof="0" dirty="0"/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90EC5062-DA88-E583-C3B2-A159584B0F3D}"/>
              </a:ext>
            </a:extLst>
          </p:cNvPr>
          <p:cNvSpPr txBox="1"/>
          <p:nvPr/>
        </p:nvSpPr>
        <p:spPr>
          <a:xfrm>
            <a:off x="8515546" y="4182652"/>
            <a:ext cx="1507672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7</a:t>
            </a:r>
            <a:endParaRPr lang="en-GB" noProof="0" dirty="0"/>
          </a:p>
        </p:txBody>
      </p: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47593F7C-5C9A-0701-CF20-1C5A96956D06}"/>
              </a:ext>
            </a:extLst>
          </p:cNvPr>
          <p:cNvSpPr txBox="1"/>
          <p:nvPr/>
        </p:nvSpPr>
        <p:spPr>
          <a:xfrm>
            <a:off x="8515546" y="4652055"/>
            <a:ext cx="1507672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3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1E59821F-F56C-F1C1-5533-08C2BA502327}"/>
              </a:ext>
            </a:extLst>
          </p:cNvPr>
          <p:cNvSpPr txBox="1"/>
          <p:nvPr/>
        </p:nvSpPr>
        <p:spPr>
          <a:xfrm>
            <a:off x="8515546" y="5024286"/>
            <a:ext cx="1507672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5</a:t>
            </a:r>
            <a:endParaRPr lang="en-GB" noProof="0" dirty="0"/>
          </a:p>
        </p:txBody>
      </p: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B823D4A2-5358-1711-2800-7B6C27235221}"/>
              </a:ext>
            </a:extLst>
          </p:cNvPr>
          <p:cNvSpPr txBox="1"/>
          <p:nvPr/>
        </p:nvSpPr>
        <p:spPr>
          <a:xfrm>
            <a:off x="8515546" y="5607412"/>
            <a:ext cx="1507672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3</a:t>
            </a:r>
            <a:endParaRPr lang="en-GB" noProof="0" dirty="0"/>
          </a:p>
        </p:txBody>
      </p: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89E32BE7-56A4-102C-53D7-1D02528D7866}"/>
              </a:ext>
            </a:extLst>
          </p:cNvPr>
          <p:cNvSpPr txBox="1"/>
          <p:nvPr/>
        </p:nvSpPr>
        <p:spPr>
          <a:xfrm>
            <a:off x="10240049" y="1236587"/>
            <a:ext cx="1794634" cy="338554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11h – 18.17h</a:t>
            </a:r>
            <a:endParaRPr lang="en-GB" noProof="0" dirty="0"/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1DE9B0DC-138A-8FFF-CF4E-2385BB06A218}"/>
              </a:ext>
            </a:extLst>
          </p:cNvPr>
          <p:cNvSpPr txBox="1"/>
          <p:nvPr/>
        </p:nvSpPr>
        <p:spPr>
          <a:xfrm>
            <a:off x="10240048" y="1582113"/>
            <a:ext cx="17946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33.17h – 59.83h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E13E6D70-8E67-D7D4-8B79-7B9AB673A3BC}"/>
              </a:ext>
            </a:extLst>
          </p:cNvPr>
          <p:cNvSpPr txBox="1"/>
          <p:nvPr/>
        </p:nvSpPr>
        <p:spPr>
          <a:xfrm>
            <a:off x="10240049" y="2094383"/>
            <a:ext cx="1794634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21h – 39.67h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9E1C9A8B-95DD-64C9-8686-2B5CB566991B}"/>
              </a:ext>
            </a:extLst>
          </p:cNvPr>
          <p:cNvSpPr txBox="1"/>
          <p:nvPr/>
        </p:nvSpPr>
        <p:spPr>
          <a:xfrm>
            <a:off x="10240049" y="2441139"/>
            <a:ext cx="179463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22.83h – 41.17h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5538F49D-ED0A-66D7-EDCD-86C9A7050A47}"/>
              </a:ext>
            </a:extLst>
          </p:cNvPr>
          <p:cNvSpPr txBox="1"/>
          <p:nvPr/>
        </p:nvSpPr>
        <p:spPr>
          <a:xfrm>
            <a:off x="10240048" y="2944392"/>
            <a:ext cx="1790199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21h – 39.67h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AAEEA330-3EB6-67B6-D255-94380D6E9205}"/>
              </a:ext>
            </a:extLst>
          </p:cNvPr>
          <p:cNvSpPr txBox="1"/>
          <p:nvPr/>
        </p:nvSpPr>
        <p:spPr>
          <a:xfrm>
            <a:off x="10240049" y="3299083"/>
            <a:ext cx="179463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23.83h – 41.17h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89859F2C-5B15-5194-18F3-5241AE206718}"/>
              </a:ext>
            </a:extLst>
          </p:cNvPr>
          <p:cNvSpPr txBox="1"/>
          <p:nvPr/>
        </p:nvSpPr>
        <p:spPr>
          <a:xfrm>
            <a:off x="10240048" y="3853829"/>
            <a:ext cx="1790197" cy="338554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29.17h – 42.5h</a:t>
            </a:r>
            <a:endParaRPr lang="en-GB" noProof="0" dirty="0"/>
          </a:p>
        </p:txBody>
      </p:sp>
      <p:sp>
        <p:nvSpPr>
          <p:cNvPr id="146" name="CaixaDeTexto 145">
            <a:extLst>
              <a:ext uri="{FF2B5EF4-FFF2-40B4-BE49-F238E27FC236}">
                <a16:creationId xmlns:a16="http://schemas.microsoft.com/office/drawing/2014/main" id="{12644EF6-3570-4334-CB29-A353639B5470}"/>
              </a:ext>
            </a:extLst>
          </p:cNvPr>
          <p:cNvSpPr txBox="1"/>
          <p:nvPr/>
        </p:nvSpPr>
        <p:spPr>
          <a:xfrm>
            <a:off x="10240049" y="4179285"/>
            <a:ext cx="1790198" cy="338554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19.17h – 40.0h</a:t>
            </a:r>
            <a:endParaRPr lang="en-GB" noProof="0" dirty="0"/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1B1284FC-0D9D-C99C-B918-A00438A26A06}"/>
              </a:ext>
            </a:extLst>
          </p:cNvPr>
          <p:cNvSpPr txBox="1"/>
          <p:nvPr/>
        </p:nvSpPr>
        <p:spPr>
          <a:xfrm>
            <a:off x="10240049" y="4648688"/>
            <a:ext cx="1790196" cy="369332"/>
          </a:xfrm>
          <a:prstGeom prst="rect">
            <a:avLst/>
          </a:prstGeom>
          <a:noFill/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21h – 39.5h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52A38888-5BED-DDC2-FBB8-078A48D70238}"/>
              </a:ext>
            </a:extLst>
          </p:cNvPr>
          <p:cNvSpPr txBox="1"/>
          <p:nvPr/>
        </p:nvSpPr>
        <p:spPr>
          <a:xfrm>
            <a:off x="10240049" y="5020919"/>
            <a:ext cx="1790196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25h – 41.17h </a:t>
            </a:r>
            <a:endParaRPr lang="en-GB" noProof="0" dirty="0"/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49B5B3BF-B0CA-450B-1397-9603A279A39A}"/>
              </a:ext>
            </a:extLst>
          </p:cNvPr>
          <p:cNvSpPr txBox="1"/>
          <p:nvPr/>
        </p:nvSpPr>
        <p:spPr>
          <a:xfrm>
            <a:off x="10240048" y="5604045"/>
            <a:ext cx="1790195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noProof="0" dirty="0"/>
              <a:t>17h – 41.17h</a:t>
            </a:r>
            <a:endParaRPr lang="en-GB" noProof="0" dirty="0"/>
          </a:p>
        </p:txBody>
      </p: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4B30137A-2B97-79DD-14B9-301034E8287E}"/>
              </a:ext>
            </a:extLst>
          </p:cNvPr>
          <p:cNvSpPr txBox="1"/>
          <p:nvPr/>
        </p:nvSpPr>
        <p:spPr>
          <a:xfrm>
            <a:off x="900719" y="1820990"/>
            <a:ext cx="2671610" cy="369332"/>
          </a:xfrm>
          <a:prstGeom prst="rect">
            <a:avLst/>
          </a:prstGeom>
          <a:noFill/>
          <a:ln w="28575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 err="1"/>
              <a:t>Dataframe</a:t>
            </a:r>
            <a:r>
              <a:rPr lang="en-GB" noProof="0" dirty="0"/>
              <a:t> Size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F77C00BD-8A79-325E-ADB0-2EB6D9B1EB0A}"/>
              </a:ext>
            </a:extLst>
          </p:cNvPr>
          <p:cNvSpPr txBox="1"/>
          <p:nvPr/>
        </p:nvSpPr>
        <p:spPr>
          <a:xfrm>
            <a:off x="900719" y="2580474"/>
            <a:ext cx="2671611" cy="8002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r>
              <a:rPr lang="en-GB" i="1" noProof="0" dirty="0"/>
              <a:t>E. coli </a:t>
            </a:r>
            <a:r>
              <a:rPr lang="en-GB" noProof="0" dirty="0"/>
              <a:t>– </a:t>
            </a:r>
            <a:r>
              <a:rPr lang="en-GB" noProof="0" dirty="0" err="1"/>
              <a:t>Ampli</a:t>
            </a:r>
            <a:r>
              <a:rPr lang="en-GB" noProof="0" dirty="0"/>
              <a:t>: 8420 rows</a:t>
            </a:r>
          </a:p>
          <a:p>
            <a:endParaRPr lang="en-GB" sz="1000" noProof="0" dirty="0"/>
          </a:p>
          <a:p>
            <a:r>
              <a:rPr lang="en-GB" i="1" noProof="0" dirty="0"/>
              <a:t>E. coli </a:t>
            </a:r>
            <a:r>
              <a:rPr lang="en-GB" noProof="0" dirty="0"/>
              <a:t>: 45580 rows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B0AB848A-1491-0CB3-2B58-F8EDD1FE0570}"/>
              </a:ext>
            </a:extLst>
          </p:cNvPr>
          <p:cNvSpPr txBox="1"/>
          <p:nvPr/>
        </p:nvSpPr>
        <p:spPr>
          <a:xfrm>
            <a:off x="1037238" y="3696247"/>
            <a:ext cx="2434814" cy="369332"/>
          </a:xfrm>
          <a:prstGeom prst="rect">
            <a:avLst/>
          </a:prstGeom>
          <a:noFill/>
          <a:ln w="28575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noProof="0" dirty="0" err="1"/>
              <a:t>Dataframe</a:t>
            </a:r>
            <a:r>
              <a:rPr lang="en-GB" noProof="0" dirty="0"/>
              <a:t> Size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8E5A54D6-03D7-D9C9-A1CA-6C42EE95F908}"/>
              </a:ext>
            </a:extLst>
          </p:cNvPr>
          <p:cNvSpPr txBox="1"/>
          <p:nvPr/>
        </p:nvSpPr>
        <p:spPr>
          <a:xfrm>
            <a:off x="1025833" y="4434769"/>
            <a:ext cx="2434813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r>
              <a:rPr lang="en-GB" noProof="0" dirty="0"/>
              <a:t> </a:t>
            </a:r>
            <a:r>
              <a:rPr lang="en-GB" i="1" noProof="0" dirty="0"/>
              <a:t>S. aureus</a:t>
            </a:r>
            <a:r>
              <a:rPr lang="en-GB" noProof="0" dirty="0"/>
              <a:t>: 65928 rows </a:t>
            </a: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C34EC5C5-8035-1238-7F45-5A41B7E20DDF}"/>
              </a:ext>
            </a:extLst>
          </p:cNvPr>
          <p:cNvSpPr txBox="1"/>
          <p:nvPr/>
        </p:nvSpPr>
        <p:spPr>
          <a:xfrm>
            <a:off x="900719" y="2211248"/>
            <a:ext cx="267161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r>
              <a:rPr lang="en-GB" noProof="0" dirty="0"/>
              <a:t>27 Experiments</a:t>
            </a:r>
          </a:p>
        </p:txBody>
      </p:sp>
      <p:sp>
        <p:nvSpPr>
          <p:cNvPr id="163" name="CaixaDeTexto 162">
            <a:extLst>
              <a:ext uri="{FF2B5EF4-FFF2-40B4-BE49-F238E27FC236}">
                <a16:creationId xmlns:a16="http://schemas.microsoft.com/office/drawing/2014/main" id="{C69C19A3-FCB9-D3BC-2451-F87E68F36651}"/>
              </a:ext>
            </a:extLst>
          </p:cNvPr>
          <p:cNvSpPr txBox="1"/>
          <p:nvPr/>
        </p:nvSpPr>
        <p:spPr>
          <a:xfrm>
            <a:off x="1037236" y="4044511"/>
            <a:ext cx="243481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0A2065"/>
            </a:solidFill>
          </a:ln>
        </p:spPr>
        <p:txBody>
          <a:bodyPr wrap="square" rtlCol="0">
            <a:spAutoFit/>
          </a:bodyPr>
          <a:lstStyle/>
          <a:p>
            <a:r>
              <a:rPr lang="en-GB" noProof="0" dirty="0"/>
              <a:t>30 Experiments</a:t>
            </a:r>
          </a:p>
        </p:txBody>
      </p:sp>
    </p:spTree>
    <p:extLst>
      <p:ext uri="{BB962C8B-B14F-4D97-AF65-F5344CB8AC3E}">
        <p14:creationId xmlns:p14="http://schemas.microsoft.com/office/powerpoint/2010/main" val="275806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404D-FE4A-F114-B1E4-5AC193F8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2259CAF-1F94-756A-E28E-002CDEA0A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BCF6007-B205-7FA1-F81A-2E0F7E1AD6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57F735-B2F2-6BC9-B428-1C6798F40B86}"/>
              </a:ext>
            </a:extLst>
          </p:cNvPr>
          <p:cNvSpPr txBox="1"/>
          <p:nvPr/>
        </p:nvSpPr>
        <p:spPr>
          <a:xfrm>
            <a:off x="680305" y="446615"/>
            <a:ext cx="5114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Machine learning Features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2659664-1011-8E1C-ED54-CA3EA0E8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07FB120-9765-7C89-BF56-A0B06EE0E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207488"/>
            <a:ext cx="754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Dataset shape: (8420, 13) </a:t>
            </a:r>
            <a:endParaRPr kumimoji="0" lang="en-GB" sz="900" b="0" i="0" u="none" strike="noStrike" cap="none" normalizeH="0" baseline="0" noProof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96AE83B-3A48-7007-DC29-960093C1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0826988"/>
            <a:ext cx="754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Raw dataset loaded successfully. </a:t>
            </a: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F491729-9F7B-5CAC-4A9F-E9E23A3BA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8091388"/>
            <a:ext cx="754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4DAAFC"/>
                </a:solidFill>
                <a:effectLst/>
                <a:latin typeface="Consolas" panose="020B0609020204030204" pitchFamily="49" charset="0"/>
                <a:hlinkClick r:id="rId4"/>
              </a:rPr>
              <a:t>C:\Users\eduar\AppData\Local\Temp\ipykernel_26860\1061659367.py:3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RuntimeWarning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divide by zero encountered in scalar divide return ((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atual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anterior) / anterior) * 100 </a:t>
            </a: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BF7684D-5743-0F03-1FEF-626C8B8AD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1223188"/>
            <a:ext cx="754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Missing values per column: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experiencia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tubo_id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tempo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antibiotico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concentração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std_inicial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std_atual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std_tubo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slope 0 delta 0 AUC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Derivada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auc_por_tempo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delta_por_tempo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Derivada_por_tempo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gvr_media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gvr_max_tubo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gvr_min_tubo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gvr_max_experiencia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gvr_min_experiencia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growth_score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growth_score_exp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 label 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int64 Dataset shape: (8420, 24) </a:t>
            </a:r>
            <a:endParaRPr kumimoji="0" lang="en-GB" sz="900" b="0" i="0" u="none" strike="noStrike" cap="none" normalizeH="0" baseline="0" noProof="0" dirty="0">
              <a:ln>
                <a:noFill/>
              </a:ln>
              <a:solidFill>
                <a:srgbClr val="CCCCCC"/>
              </a:solidFill>
              <a:effectLst/>
              <a:latin typeface="Segoe WP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2AF0680-0691-9759-18D2-EB1ACCD01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1223188"/>
            <a:ext cx="7162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experiencia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20230508_5e6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tubo_id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20230508_5e6_Positive control tempo 0.0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antibiotico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Ampicillin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concentração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Positive control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0.069883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std_inicial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0.008784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std_atual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0.008784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std_tubo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 slope 0.0 delta 0.0 AUC 0.0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Derivada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auc_por_tempo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delta_por_tempo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Derivada_por_tempo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gvr_media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0.066011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gvr_max_tubo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0.069883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gvr_min_tubo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0.069883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gvr_max_experiencia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0.077113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gvr_min_experiencia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0.048811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growth_score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growth_score_exp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 label 1 Name: 0, </a:t>
            </a:r>
            <a:r>
              <a:rPr kumimoji="0" lang="en-GB" sz="1000" b="0" i="0" u="none" strike="noStrike" cap="none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object</a:t>
            </a: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A5315C5D-9C77-C24A-1808-75CCCB863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9624238"/>
            <a:ext cx="754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0" i="0" u="none" strike="noStrike" cap="none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Dataset saved successfully. Shape : (8420, 24) Labels : {'1': 4949, '0': 3471} </a:t>
            </a: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E2AEC74-A746-F56B-C43E-FC342632D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685842"/>
              </p:ext>
            </p:extLst>
          </p:nvPr>
        </p:nvGraphicFramePr>
        <p:xfrm>
          <a:off x="1265420" y="1934676"/>
          <a:ext cx="9434185" cy="4096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37">
                  <a:extLst>
                    <a:ext uri="{9D8B030D-6E8A-4147-A177-3AD203B41FA5}">
                      <a16:colId xmlns:a16="http://schemas.microsoft.com/office/drawing/2014/main" val="2362641405"/>
                    </a:ext>
                  </a:extLst>
                </a:gridCol>
                <a:gridCol w="1886837">
                  <a:extLst>
                    <a:ext uri="{9D8B030D-6E8A-4147-A177-3AD203B41FA5}">
                      <a16:colId xmlns:a16="http://schemas.microsoft.com/office/drawing/2014/main" val="2665945289"/>
                    </a:ext>
                  </a:extLst>
                </a:gridCol>
                <a:gridCol w="1886837">
                  <a:extLst>
                    <a:ext uri="{9D8B030D-6E8A-4147-A177-3AD203B41FA5}">
                      <a16:colId xmlns:a16="http://schemas.microsoft.com/office/drawing/2014/main" val="1488642242"/>
                    </a:ext>
                  </a:extLst>
                </a:gridCol>
                <a:gridCol w="1886837">
                  <a:extLst>
                    <a:ext uri="{9D8B030D-6E8A-4147-A177-3AD203B41FA5}">
                      <a16:colId xmlns:a16="http://schemas.microsoft.com/office/drawing/2014/main" val="1513793469"/>
                    </a:ext>
                  </a:extLst>
                </a:gridCol>
                <a:gridCol w="1886837">
                  <a:extLst>
                    <a:ext uri="{9D8B030D-6E8A-4147-A177-3AD203B41FA5}">
                      <a16:colId xmlns:a16="http://schemas.microsoft.com/office/drawing/2014/main" val="2951610469"/>
                    </a:ext>
                  </a:extLst>
                </a:gridCol>
              </a:tblGrid>
              <a:tr h="1034352"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Concentration</a:t>
                      </a:r>
                      <a:endParaRPr lang="en-GB" sz="2000" b="1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Time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GVR</a:t>
                      </a:r>
                      <a:endParaRPr lang="en-GB" sz="2000" b="1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 err="1">
                          <a:solidFill>
                            <a:schemeClr val="bg1"/>
                          </a:solidFill>
                          <a:latin typeface="+mn-lt"/>
                        </a:rPr>
                        <a:t>Inicial</a:t>
                      </a: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 Std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Current Std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03851"/>
                  </a:ext>
                </a:extLst>
              </a:tr>
              <a:tr h="1034352"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Tube Std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Slope</a:t>
                      </a:r>
                      <a:endParaRPr lang="en-GB" sz="2000" b="1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Delta</a:t>
                      </a:r>
                      <a:endParaRPr lang="en-GB" sz="2000" b="1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AUC</a:t>
                      </a:r>
                      <a:endParaRPr lang="en-GB" sz="2000" b="1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Derivative</a:t>
                      </a:r>
                      <a:endParaRPr lang="en-GB" sz="2000" b="1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181158"/>
                  </a:ext>
                </a:extLst>
              </a:tr>
              <a:tr h="993181"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Derivative</a:t>
                      </a: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 Per Time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Delta Per Time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AUC Per Time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GVR Max Tube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GVR Min Tube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194572"/>
                  </a:ext>
                </a:extLst>
              </a:tr>
              <a:tr h="1034352"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GVR Min Experience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GVR Max Experience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GVR Average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Growth Score Exp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Growth Score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520365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81364346-3C3B-DED9-EFAF-D5E6F206E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418692"/>
              </p:ext>
            </p:extLst>
          </p:nvPr>
        </p:nvGraphicFramePr>
        <p:xfrm>
          <a:off x="2318605" y="1276141"/>
          <a:ext cx="7327816" cy="600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954">
                  <a:extLst>
                    <a:ext uri="{9D8B030D-6E8A-4147-A177-3AD203B41FA5}">
                      <a16:colId xmlns:a16="http://schemas.microsoft.com/office/drawing/2014/main" val="1855635303"/>
                    </a:ext>
                  </a:extLst>
                </a:gridCol>
                <a:gridCol w="1831954">
                  <a:extLst>
                    <a:ext uri="{9D8B030D-6E8A-4147-A177-3AD203B41FA5}">
                      <a16:colId xmlns:a16="http://schemas.microsoft.com/office/drawing/2014/main" val="2668957662"/>
                    </a:ext>
                  </a:extLst>
                </a:gridCol>
                <a:gridCol w="1831954">
                  <a:extLst>
                    <a:ext uri="{9D8B030D-6E8A-4147-A177-3AD203B41FA5}">
                      <a16:colId xmlns:a16="http://schemas.microsoft.com/office/drawing/2014/main" val="2140368397"/>
                    </a:ext>
                  </a:extLst>
                </a:gridCol>
                <a:gridCol w="1831954">
                  <a:extLst>
                    <a:ext uri="{9D8B030D-6E8A-4147-A177-3AD203B41FA5}">
                      <a16:colId xmlns:a16="http://schemas.microsoft.com/office/drawing/2014/main" val="3424162963"/>
                    </a:ext>
                  </a:extLst>
                </a:gridCol>
              </a:tblGrid>
              <a:tr h="600179"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bg1"/>
                          </a:solidFill>
                        </a:rPr>
                        <a:t>Experience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noProof="0" dirty="0">
                          <a:solidFill>
                            <a:schemeClr val="bg1"/>
                          </a:solidFill>
                        </a:rPr>
                        <a:t>Tube id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Antibiotic</a:t>
                      </a:r>
                      <a:endParaRPr lang="en-GB" sz="20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Label</a:t>
                      </a:r>
                    </a:p>
                  </a:txBody>
                  <a:tcPr anchor="ctr">
                    <a:solidFill>
                      <a:srgbClr val="0A2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488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92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3627-A87A-E958-FB38-F3FA794E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FD8F786-629A-A821-1210-D04E941E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2B7C24-E6EF-756C-593C-C68D0737BC2C}"/>
              </a:ext>
            </a:extLst>
          </p:cNvPr>
          <p:cNvSpPr txBox="1"/>
          <p:nvPr/>
        </p:nvSpPr>
        <p:spPr>
          <a:xfrm>
            <a:off x="680305" y="446615"/>
            <a:ext cx="6251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Machine learning model training 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B14DA65-8168-6368-07FF-0D5F39622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379036"/>
              </p:ext>
            </p:extLst>
          </p:nvPr>
        </p:nvGraphicFramePr>
        <p:xfrm>
          <a:off x="838200" y="1559408"/>
          <a:ext cx="10515600" cy="4131510"/>
        </p:xfrm>
        <a:graphic>
          <a:graphicData uri="http://schemas.openxmlformats.org/drawingml/2006/table">
            <a:tbl>
              <a:tblPr/>
              <a:tblGrid>
                <a:gridCol w="3351835">
                  <a:extLst>
                    <a:ext uri="{9D8B030D-6E8A-4147-A177-3AD203B41FA5}">
                      <a16:colId xmlns:a16="http://schemas.microsoft.com/office/drawing/2014/main" val="1001263665"/>
                    </a:ext>
                  </a:extLst>
                </a:gridCol>
                <a:gridCol w="7163765">
                  <a:extLst>
                    <a:ext uri="{9D8B030D-6E8A-4147-A177-3AD203B41FA5}">
                      <a16:colId xmlns:a16="http://schemas.microsoft.com/office/drawing/2014/main" val="249618449"/>
                    </a:ext>
                  </a:extLst>
                </a:gridCol>
              </a:tblGrid>
              <a:tr h="8263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noProof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Data Preparation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noProof="0" dirty="0"/>
                        <a:t>Identifiers and antibiotic concentration removed from feature set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82925"/>
                  </a:ext>
                </a:extLst>
              </a:tr>
              <a:tr h="8263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noProof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Model Selection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noProof="0" dirty="0"/>
                        <a:t>Evaluate models - accuracy, ROC-AUC, F1, precision, recall, confusion matrix, cross validation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35578"/>
                  </a:ext>
                </a:extLst>
              </a:tr>
              <a:tr h="8263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noProof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Temporal Analysis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noProof="0" dirty="0"/>
                        <a:t>Best model tested per time point to identify earliest reliable prediction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070452"/>
                  </a:ext>
                </a:extLst>
              </a:tr>
              <a:tr h="8263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noProof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Feature Refinement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noProof="0" dirty="0"/>
                        <a:t>Iterative feature engineering and model optimisation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2852"/>
                  </a:ext>
                </a:extLst>
              </a:tr>
              <a:tr h="8263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noProof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Validation Strategy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noProof="0" dirty="0"/>
                        <a:t>Pipeline developed </a:t>
                      </a:r>
                      <a:r>
                        <a:rPr lang="en-GB" i="0" noProof="0" dirty="0"/>
                        <a:t>on</a:t>
                      </a:r>
                      <a:r>
                        <a:rPr lang="en-GB" i="1" noProof="0" dirty="0"/>
                        <a:t> E. coli </a:t>
                      </a:r>
                      <a:r>
                        <a:rPr lang="en-GB" noProof="0" dirty="0"/>
                        <a:t>- ampicillin subset, then scaled to full </a:t>
                      </a:r>
                      <a:r>
                        <a:rPr lang="en-GB" i="1" noProof="0" dirty="0"/>
                        <a:t>E. coli </a:t>
                      </a:r>
                      <a:r>
                        <a:rPr lang="en-GB" noProof="0" dirty="0"/>
                        <a:t>dataset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27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1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CDF31-8A53-B4AC-4FD8-D3246AF9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931C17D-0B86-3B97-0FB5-75EAD4546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BB04D090-C264-59C5-9B41-3BA5FBC00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D7C0324-9886-DE35-5D08-3F3870C9A0BD}"/>
              </a:ext>
            </a:extLst>
          </p:cNvPr>
          <p:cNvSpPr txBox="1"/>
          <p:nvPr/>
        </p:nvSpPr>
        <p:spPr>
          <a:xfrm>
            <a:off x="680305" y="446615"/>
            <a:ext cx="37353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Model Comparison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599EB4B-EC38-AFD2-D5FD-7CEFBEF1B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9</a:t>
            </a:fld>
            <a:endParaRPr lang="en-GB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6F584F-7D01-2695-FD7D-B33EE1B07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202"/>
          <a:stretch>
            <a:fillRect/>
          </a:stretch>
        </p:blipFill>
        <p:spPr>
          <a:xfrm>
            <a:off x="4152818" y="1478005"/>
            <a:ext cx="3886364" cy="19240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6A2707-14A9-511A-4A9F-ABA12A7F10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961"/>
          <a:stretch>
            <a:fillRect/>
          </a:stretch>
        </p:blipFill>
        <p:spPr>
          <a:xfrm>
            <a:off x="4152818" y="3787218"/>
            <a:ext cx="3886364" cy="19526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BA013AA-C843-A7D4-1131-E7C314C4BCC2}"/>
              </a:ext>
            </a:extLst>
          </p:cNvPr>
          <p:cNvSpPr txBox="1"/>
          <p:nvPr/>
        </p:nvSpPr>
        <p:spPr>
          <a:xfrm>
            <a:off x="5075123" y="3407135"/>
            <a:ext cx="3355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 </a:t>
            </a:r>
            <a:r>
              <a:rPr lang="en-GB" sz="1200" i="1" noProof="0" dirty="0"/>
              <a:t>E. coli </a:t>
            </a:r>
            <a:r>
              <a:rPr lang="en-GB" sz="1200" noProof="0" dirty="0"/>
              <a:t>- Ampicillin Models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6CD8FC-7BE1-C2CB-0433-37E479310F30}"/>
              </a:ext>
            </a:extLst>
          </p:cNvPr>
          <p:cNvSpPr txBox="1"/>
          <p:nvPr/>
        </p:nvSpPr>
        <p:spPr>
          <a:xfrm>
            <a:off x="5491763" y="5739843"/>
            <a:ext cx="2014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  </a:t>
            </a:r>
            <a:r>
              <a:rPr lang="en-GB" sz="1200" i="1" noProof="0" dirty="0"/>
              <a:t>E. coli </a:t>
            </a:r>
            <a:r>
              <a:rPr lang="en-GB" sz="1200" noProof="0" dirty="0"/>
              <a:t>Models</a:t>
            </a:r>
          </a:p>
        </p:txBody>
      </p:sp>
      <p:sp>
        <p:nvSpPr>
          <p:cNvPr id="12" name="Seta: Em Ângulo 11">
            <a:extLst>
              <a:ext uri="{FF2B5EF4-FFF2-40B4-BE49-F238E27FC236}">
                <a16:creationId xmlns:a16="http://schemas.microsoft.com/office/drawing/2014/main" id="{EEE4D046-A116-F377-C734-B32063381022}"/>
              </a:ext>
            </a:extLst>
          </p:cNvPr>
          <p:cNvSpPr/>
          <p:nvPr/>
        </p:nvSpPr>
        <p:spPr>
          <a:xfrm rot="5400000">
            <a:off x="9831276" y="77768"/>
            <a:ext cx="567105" cy="3367580"/>
          </a:xfrm>
          <a:prstGeom prst="ben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18" name="Seta: Em Ângulo 17">
            <a:extLst>
              <a:ext uri="{FF2B5EF4-FFF2-40B4-BE49-F238E27FC236}">
                <a16:creationId xmlns:a16="http://schemas.microsoft.com/office/drawing/2014/main" id="{4EDA802F-1DA8-5CD7-CDED-F1448ED17B53}"/>
              </a:ext>
            </a:extLst>
          </p:cNvPr>
          <p:cNvSpPr/>
          <p:nvPr/>
        </p:nvSpPr>
        <p:spPr>
          <a:xfrm rot="16200000">
            <a:off x="1793620" y="3772500"/>
            <a:ext cx="567105" cy="3367580"/>
          </a:xfrm>
          <a:prstGeom prst="ben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F1C320E4-5CEC-2B72-EF39-6EFE03D7C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7721" y="2170323"/>
            <a:ext cx="3612390" cy="2657923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31D1EF-D5BD-505C-1DB6-99577F2EEBBC}"/>
              </a:ext>
            </a:extLst>
          </p:cNvPr>
          <p:cNvSpPr txBox="1"/>
          <p:nvPr/>
        </p:nvSpPr>
        <p:spPr>
          <a:xfrm>
            <a:off x="9024802" y="5453798"/>
            <a:ext cx="34942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noProof="0"/>
              <a:t>E</a:t>
            </a:r>
            <a:r>
              <a:rPr lang="en-GB" sz="1200" i="1" noProof="0" dirty="0"/>
              <a:t>. coli </a:t>
            </a:r>
            <a:r>
              <a:rPr lang="en-GB" sz="1200" noProof="0" dirty="0"/>
              <a:t>- Ampicillin  Chosen Model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A01CE68-8894-DD4E-CC42-05CC97AC712F}"/>
              </a:ext>
            </a:extLst>
          </p:cNvPr>
          <p:cNvSpPr txBox="1"/>
          <p:nvPr/>
        </p:nvSpPr>
        <p:spPr>
          <a:xfrm>
            <a:off x="975682" y="4844196"/>
            <a:ext cx="3706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noProof="0"/>
              <a:t> </a:t>
            </a:r>
            <a:r>
              <a:rPr lang="en-GB" sz="1200" i="1" noProof="0" dirty="0"/>
              <a:t>E. coli  </a:t>
            </a:r>
            <a:r>
              <a:rPr lang="en-GB" sz="1200" noProof="0" dirty="0"/>
              <a:t>Chosen Model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CB504F76-FDED-2460-C1E1-3A1A9AF051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11" y="2218539"/>
            <a:ext cx="3611051" cy="2621453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947E9CF1-B5A8-A289-193B-3E06D51DCE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05" y="1616165"/>
            <a:ext cx="2418739" cy="500429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884E892A-9ED7-49D1-31F1-00CC27D84B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1514" y="4900777"/>
            <a:ext cx="2084804" cy="5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5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F8E82-E9BB-2E0D-F57E-20E8D409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78FEB9E-9654-B911-707C-1AFEF51E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5C0E1E1-921B-30FD-35D2-29FCF5F0C4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70CC1CE-EB90-3E3E-6DC8-F11F844E3253}"/>
              </a:ext>
            </a:extLst>
          </p:cNvPr>
          <p:cNvSpPr txBox="1"/>
          <p:nvPr/>
        </p:nvSpPr>
        <p:spPr>
          <a:xfrm>
            <a:off x="680305" y="416581"/>
            <a:ext cx="34810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Ampicillin Testing</a:t>
            </a:r>
          </a:p>
          <a:p>
            <a:endParaRPr lang="en-GB" sz="3200" b="1" noProof="0" dirty="0">
              <a:solidFill>
                <a:srgbClr val="0A2065"/>
              </a:solidFill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6782FEE-5D8D-3A49-D793-6E9C9AB3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10</a:t>
            </a:fld>
            <a:endParaRPr lang="en-GB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761471-C744-F7FC-B362-1A8827CD9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062" y="1182945"/>
            <a:ext cx="3749129" cy="2419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45500CC-E880-1C08-498E-3CBAC2E9FC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72"/>
          <a:stretch>
            <a:fillRect/>
          </a:stretch>
        </p:blipFill>
        <p:spPr>
          <a:xfrm>
            <a:off x="2101062" y="3598640"/>
            <a:ext cx="3796944" cy="237313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2D5BBE3-883C-856F-C912-498918CBCF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b="885"/>
          <a:stretch>
            <a:fillRect/>
          </a:stretch>
        </p:blipFill>
        <p:spPr>
          <a:xfrm>
            <a:off x="5898006" y="3588048"/>
            <a:ext cx="3690069" cy="237313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B675D88-75D5-C4E0-EE19-D46DF39C76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946" y="1202507"/>
            <a:ext cx="3749129" cy="2401287"/>
          </a:xfrm>
          <a:prstGeom prst="rect">
            <a:avLst/>
          </a:prstGeom>
        </p:spPr>
      </p:pic>
      <p:cxnSp>
        <p:nvCxnSpPr>
          <p:cNvPr id="17" name="Conexão reta 16">
            <a:extLst>
              <a:ext uri="{FF2B5EF4-FFF2-40B4-BE49-F238E27FC236}">
                <a16:creationId xmlns:a16="http://schemas.microsoft.com/office/drawing/2014/main" id="{F67A39C9-5281-56A2-575E-75A40C1516EC}"/>
              </a:ext>
            </a:extLst>
          </p:cNvPr>
          <p:cNvCxnSpPr>
            <a:cxnSpLocks/>
          </p:cNvCxnSpPr>
          <p:nvPr/>
        </p:nvCxnSpPr>
        <p:spPr>
          <a:xfrm>
            <a:off x="3964382" y="1314956"/>
            <a:ext cx="0" cy="22087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20">
            <a:extLst>
              <a:ext uri="{FF2B5EF4-FFF2-40B4-BE49-F238E27FC236}">
                <a16:creationId xmlns:a16="http://schemas.microsoft.com/office/drawing/2014/main" id="{C674BFA5-83F6-F206-302C-B09E30D2E25C}"/>
              </a:ext>
            </a:extLst>
          </p:cNvPr>
          <p:cNvCxnSpPr>
            <a:cxnSpLocks/>
          </p:cNvCxnSpPr>
          <p:nvPr/>
        </p:nvCxnSpPr>
        <p:spPr>
          <a:xfrm>
            <a:off x="7021823" y="1314955"/>
            <a:ext cx="0" cy="22087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AD680093-831C-E415-4A29-A1020C740B08}"/>
              </a:ext>
            </a:extLst>
          </p:cNvPr>
          <p:cNvCxnSpPr>
            <a:cxnSpLocks/>
          </p:cNvCxnSpPr>
          <p:nvPr/>
        </p:nvCxnSpPr>
        <p:spPr>
          <a:xfrm>
            <a:off x="4816018" y="3712190"/>
            <a:ext cx="0" cy="22087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7DF03729-3425-A739-44A9-794B4C1DCF76}"/>
              </a:ext>
            </a:extLst>
          </p:cNvPr>
          <p:cNvCxnSpPr>
            <a:cxnSpLocks/>
          </p:cNvCxnSpPr>
          <p:nvPr/>
        </p:nvCxnSpPr>
        <p:spPr>
          <a:xfrm>
            <a:off x="7079415" y="3712190"/>
            <a:ext cx="0" cy="22087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4D50149-F630-1DA4-1A59-A79A1AE2282C}"/>
              </a:ext>
            </a:extLst>
          </p:cNvPr>
          <p:cNvSpPr txBox="1"/>
          <p:nvPr/>
        </p:nvSpPr>
        <p:spPr>
          <a:xfrm>
            <a:off x="2914999" y="5982363"/>
            <a:ext cx="756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 Accuracy over time: </a:t>
            </a:r>
            <a:r>
              <a:rPr lang="en-GB" sz="1200" i="1" noProof="0" dirty="0"/>
              <a:t>E. coli </a:t>
            </a:r>
            <a:r>
              <a:rPr lang="en-GB" sz="1200" noProof="0" dirty="0"/>
              <a:t>Ampicillin-only training (left) vs. All antibiotics training (right).</a:t>
            </a:r>
          </a:p>
        </p:txBody>
      </p:sp>
    </p:spTree>
    <p:extLst>
      <p:ext uri="{BB962C8B-B14F-4D97-AF65-F5344CB8AC3E}">
        <p14:creationId xmlns:p14="http://schemas.microsoft.com/office/powerpoint/2010/main" val="2040158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AEC97-B438-97B6-8D1D-3077811B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7376F40-3B0E-B6F5-F0FE-6C2413DC0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7426E96-490B-CCC9-416F-352487A17E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8" t="17190" r="72079" b="79868"/>
          <a:stretch>
            <a:fillRect/>
          </a:stretch>
        </p:blipFill>
        <p:spPr>
          <a:xfrm>
            <a:off x="680305" y="955190"/>
            <a:ext cx="1638300" cy="1524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F6FB202-8669-D382-F3AD-3A47C9B36CC5}"/>
              </a:ext>
            </a:extLst>
          </p:cNvPr>
          <p:cNvSpPr txBox="1"/>
          <p:nvPr/>
        </p:nvSpPr>
        <p:spPr>
          <a:xfrm>
            <a:off x="587881" y="416581"/>
            <a:ext cx="41338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All antibiotics testing</a:t>
            </a:r>
          </a:p>
          <a:p>
            <a:endParaRPr lang="en-GB" sz="3200" b="1" noProof="0" dirty="0">
              <a:solidFill>
                <a:srgbClr val="0A2065"/>
              </a:solidFill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AC9382F-CE15-D56A-B674-2A9D8795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11</a:t>
            </a:fld>
            <a:endParaRPr lang="en-GB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B62B42-B3F4-A324-F8D5-B408CC27B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318" y="2388333"/>
            <a:ext cx="3911364" cy="250193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91944D3-2114-876B-8609-DA99B570A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682" y="1141359"/>
            <a:ext cx="3911364" cy="252322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04AF3C3-1B37-92C0-377B-B46CEDC3C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682" y="3657113"/>
            <a:ext cx="3911363" cy="249479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B243C63-CCC5-FFD8-D789-1A662D046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119" y="1166640"/>
            <a:ext cx="3911364" cy="247265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6C1765F-F0A4-7E0B-E871-77DA838183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955" y="3639299"/>
            <a:ext cx="3978513" cy="2530424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90E0C17C-1F98-45A1-E8D4-6F705E9ADB42}"/>
              </a:ext>
            </a:extLst>
          </p:cNvPr>
          <p:cNvSpPr txBox="1"/>
          <p:nvPr/>
        </p:nvSpPr>
        <p:spPr>
          <a:xfrm>
            <a:off x="4165483" y="4911237"/>
            <a:ext cx="39113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noProof="0" dirty="0"/>
              <a:t> Accuracy over time across the five antibiotics (Ciprofloxacin, Gentamicin, Tetracycline, Trimethoprim, Ampicillin) - Model trained with all </a:t>
            </a:r>
            <a:r>
              <a:rPr lang="en-GB" sz="1200" i="1" noProof="0" dirty="0"/>
              <a:t>E. coli </a:t>
            </a:r>
            <a:r>
              <a:rPr lang="en-GB" sz="1200" noProof="0" dirty="0"/>
              <a:t>data.</a:t>
            </a:r>
          </a:p>
        </p:txBody>
      </p:sp>
      <p:cxnSp>
        <p:nvCxnSpPr>
          <p:cNvPr id="18" name="Conexão reta 17">
            <a:extLst>
              <a:ext uri="{FF2B5EF4-FFF2-40B4-BE49-F238E27FC236}">
                <a16:creationId xmlns:a16="http://schemas.microsoft.com/office/drawing/2014/main" id="{8986DBC8-414B-C5BD-F037-C35BEF191534}"/>
              </a:ext>
            </a:extLst>
          </p:cNvPr>
          <p:cNvCxnSpPr>
            <a:cxnSpLocks/>
          </p:cNvCxnSpPr>
          <p:nvPr/>
        </p:nvCxnSpPr>
        <p:spPr>
          <a:xfrm>
            <a:off x="1149744" y="1283942"/>
            <a:ext cx="0" cy="22087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xão reta 18">
            <a:extLst>
              <a:ext uri="{FF2B5EF4-FFF2-40B4-BE49-F238E27FC236}">
                <a16:creationId xmlns:a16="http://schemas.microsoft.com/office/drawing/2014/main" id="{6726732B-3800-F35C-10BC-7B58772A53B8}"/>
              </a:ext>
            </a:extLst>
          </p:cNvPr>
          <p:cNvCxnSpPr>
            <a:cxnSpLocks/>
          </p:cNvCxnSpPr>
          <p:nvPr/>
        </p:nvCxnSpPr>
        <p:spPr>
          <a:xfrm>
            <a:off x="5407420" y="2500313"/>
            <a:ext cx="0" cy="22433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20">
            <a:extLst>
              <a:ext uri="{FF2B5EF4-FFF2-40B4-BE49-F238E27FC236}">
                <a16:creationId xmlns:a16="http://schemas.microsoft.com/office/drawing/2014/main" id="{94F7E7C6-506D-7B86-54CE-E8BAD3C12142}"/>
              </a:ext>
            </a:extLst>
          </p:cNvPr>
          <p:cNvCxnSpPr>
            <a:cxnSpLocks/>
          </p:cNvCxnSpPr>
          <p:nvPr/>
        </p:nvCxnSpPr>
        <p:spPr>
          <a:xfrm>
            <a:off x="8936432" y="1283942"/>
            <a:ext cx="0" cy="22087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65547B30-5523-437F-5A0D-48B532BED858}"/>
              </a:ext>
            </a:extLst>
          </p:cNvPr>
          <p:cNvCxnSpPr>
            <a:cxnSpLocks/>
          </p:cNvCxnSpPr>
          <p:nvPr/>
        </p:nvCxnSpPr>
        <p:spPr>
          <a:xfrm>
            <a:off x="1149744" y="3775315"/>
            <a:ext cx="0" cy="22298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6C986A79-314B-3F48-3E62-B8519B2E397B}"/>
              </a:ext>
            </a:extLst>
          </p:cNvPr>
          <p:cNvCxnSpPr>
            <a:cxnSpLocks/>
          </p:cNvCxnSpPr>
          <p:nvPr/>
        </p:nvCxnSpPr>
        <p:spPr>
          <a:xfrm>
            <a:off x="9265045" y="3775315"/>
            <a:ext cx="0" cy="22087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516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5A10-73F6-05AA-0174-5141C18C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FDCF504-201B-653C-8635-E72E6B0AB51D}"/>
              </a:ext>
            </a:extLst>
          </p:cNvPr>
          <p:cNvSpPr/>
          <p:nvPr/>
        </p:nvSpPr>
        <p:spPr>
          <a:xfrm>
            <a:off x="7835095" y="1990846"/>
            <a:ext cx="3177249" cy="278949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DE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C95E2F8-2BC7-78BC-4C5B-5AD65FA5EAC8}"/>
              </a:ext>
            </a:extLst>
          </p:cNvPr>
          <p:cNvSpPr/>
          <p:nvPr/>
        </p:nvSpPr>
        <p:spPr>
          <a:xfrm>
            <a:off x="4193892" y="1990846"/>
            <a:ext cx="3177249" cy="278949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DE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69E965F-FBF9-4B4D-2079-88B72CD5E700}"/>
              </a:ext>
            </a:extLst>
          </p:cNvPr>
          <p:cNvSpPr/>
          <p:nvPr/>
        </p:nvSpPr>
        <p:spPr>
          <a:xfrm>
            <a:off x="567159" y="1990846"/>
            <a:ext cx="3177249" cy="278949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DEE5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E6A08EA-7142-3786-502F-F5D0A3E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ADB4-7AD2-F74F-8206-4E5F620F9DB4}" type="slidenum">
              <a:rPr lang="en-GB" noProof="0" smtClean="0"/>
              <a:t>12</a:t>
            </a:fld>
            <a:endParaRPr lang="en-GB" noProof="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06EA79-AA32-DFE1-2BEA-2B1BC681F35B}"/>
              </a:ext>
            </a:extLst>
          </p:cNvPr>
          <p:cNvSpPr txBox="1"/>
          <p:nvPr/>
        </p:nvSpPr>
        <p:spPr>
          <a:xfrm>
            <a:off x="680305" y="446615"/>
            <a:ext cx="2329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noProof="0" dirty="0">
                <a:solidFill>
                  <a:srgbClr val="0A2065"/>
                </a:solidFill>
              </a:rPr>
              <a:t>Conclusion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A0F1D28-C958-805C-9F4D-E76F16F91877}"/>
              </a:ext>
            </a:extLst>
          </p:cNvPr>
          <p:cNvSpPr/>
          <p:nvPr/>
        </p:nvSpPr>
        <p:spPr>
          <a:xfrm>
            <a:off x="868102" y="2283105"/>
            <a:ext cx="2546430" cy="2173147"/>
          </a:xfrm>
          <a:prstGeom prst="round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0814604-44F8-794C-D52B-C6EC945A5DB1}"/>
              </a:ext>
            </a:extLst>
          </p:cNvPr>
          <p:cNvSpPr/>
          <p:nvPr/>
        </p:nvSpPr>
        <p:spPr>
          <a:xfrm>
            <a:off x="4509304" y="2283106"/>
            <a:ext cx="2546430" cy="2173146"/>
          </a:xfrm>
          <a:prstGeom prst="round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171E11D-F636-524E-8F83-4DE1415E4B7F}"/>
              </a:ext>
            </a:extLst>
          </p:cNvPr>
          <p:cNvSpPr/>
          <p:nvPr/>
        </p:nvSpPr>
        <p:spPr>
          <a:xfrm>
            <a:off x="8150506" y="2283105"/>
            <a:ext cx="2546430" cy="2173145"/>
          </a:xfrm>
          <a:prstGeom prst="roundRect">
            <a:avLst/>
          </a:prstGeom>
          <a:solidFill>
            <a:srgbClr val="0A2065"/>
          </a:solidFill>
          <a:ln>
            <a:solidFill>
              <a:srgbClr val="0A2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DE62435-C8F8-27FF-CA53-62870E988EB7}"/>
              </a:ext>
            </a:extLst>
          </p:cNvPr>
          <p:cNvSpPr txBox="1"/>
          <p:nvPr/>
        </p:nvSpPr>
        <p:spPr>
          <a:xfrm>
            <a:off x="1197981" y="2538680"/>
            <a:ext cx="1886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Traditional AST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FC269F-2570-878D-4886-7816C704AF34}"/>
              </a:ext>
            </a:extLst>
          </p:cNvPr>
          <p:cNvSpPr txBox="1"/>
          <p:nvPr/>
        </p:nvSpPr>
        <p:spPr>
          <a:xfrm>
            <a:off x="4839182" y="2607462"/>
            <a:ext cx="1886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MC-AST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BF9AD6-B6A9-04D2-6B6A-90A2CBDB28E2}"/>
              </a:ext>
            </a:extLst>
          </p:cNvPr>
          <p:cNvSpPr txBox="1"/>
          <p:nvPr/>
        </p:nvSpPr>
        <p:spPr>
          <a:xfrm>
            <a:off x="8480384" y="2699795"/>
            <a:ext cx="1886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ML Model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9A4B59-2B33-DB86-0E7B-DE62D434BEB2}"/>
              </a:ext>
            </a:extLst>
          </p:cNvPr>
          <p:cNvSpPr txBox="1"/>
          <p:nvPr/>
        </p:nvSpPr>
        <p:spPr>
          <a:xfrm>
            <a:off x="1197981" y="3625252"/>
            <a:ext cx="1886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16h – 24h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6A4D792-72A9-287C-4B59-67FAEA0FE7B5}"/>
              </a:ext>
            </a:extLst>
          </p:cNvPr>
          <p:cNvSpPr txBox="1"/>
          <p:nvPr/>
        </p:nvSpPr>
        <p:spPr>
          <a:xfrm>
            <a:off x="4839181" y="3558041"/>
            <a:ext cx="1886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12h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69695DE-C165-2C36-7D78-63FD0B5B6CC6}"/>
              </a:ext>
            </a:extLst>
          </p:cNvPr>
          <p:cNvSpPr txBox="1"/>
          <p:nvPr/>
        </p:nvSpPr>
        <p:spPr>
          <a:xfrm>
            <a:off x="8480384" y="3558040"/>
            <a:ext cx="1886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10h</a:t>
            </a:r>
          </a:p>
        </p:txBody>
      </p:sp>
    </p:spTree>
    <p:extLst>
      <p:ext uri="{BB962C8B-B14F-4D97-AF65-F5344CB8AC3E}">
        <p14:creationId xmlns:p14="http://schemas.microsoft.com/office/powerpoint/2010/main" val="29396662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501578C130EB45BED47F58B2AAA4D9" ma:contentTypeVersion="12" ma:contentTypeDescription="Criar um novo documento." ma:contentTypeScope="" ma:versionID="799b63e1074dbdc329fb589a5cad597d">
  <xsd:schema xmlns:xsd="http://www.w3.org/2001/XMLSchema" xmlns:xs="http://www.w3.org/2001/XMLSchema" xmlns:p="http://schemas.microsoft.com/office/2006/metadata/properties" xmlns:ns2="106e132c-c1be-4454-b3b7-e21a198d6a75" xmlns:ns3="137c615e-bd03-46fa-825a-1c86895f2703" targetNamespace="http://schemas.microsoft.com/office/2006/metadata/properties" ma:root="true" ma:fieldsID="42a4912714df36e22855c36e88d8c827" ns2:_="" ns3:_="">
    <xsd:import namespace="106e132c-c1be-4454-b3b7-e21a198d6a75"/>
    <xsd:import namespace="137c615e-bd03-46fa-825a-1c86895f27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e132c-c1be-4454-b3b7-e21a198d6a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a8c611fa-73a5-4829-bfec-f47d5e8d07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7c615e-bd03-46fa-825a-1c86895f270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d414f88-2c49-4602-8293-60036d482f7e}" ma:internalName="TaxCatchAll" ma:showField="CatchAllData" ma:web="137c615e-bd03-46fa-825a-1c86895f27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6e132c-c1be-4454-b3b7-e21a198d6a75">
      <Terms xmlns="http://schemas.microsoft.com/office/infopath/2007/PartnerControls"/>
    </lcf76f155ced4ddcb4097134ff3c332f>
    <TaxCatchAll xmlns="137c615e-bd03-46fa-825a-1c86895f2703" xsi:nil="true"/>
  </documentManagement>
</p:properties>
</file>

<file path=customXml/itemProps1.xml><?xml version="1.0" encoding="utf-8"?>
<ds:datastoreItem xmlns:ds="http://schemas.openxmlformats.org/officeDocument/2006/customXml" ds:itemID="{41CF58C9-28F1-42F0-8804-B7FC247E88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31D331-AD96-4893-A59F-40D9A6929E5F}">
  <ds:schemaRefs>
    <ds:schemaRef ds:uri="106e132c-c1be-4454-b3b7-e21a198d6a75"/>
    <ds:schemaRef ds:uri="137c615e-bd03-46fa-825a-1c86895f270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FE5E24E-8A86-4A58-9C77-0E2D36344EEC}">
  <ds:schemaRefs>
    <ds:schemaRef ds:uri="106e132c-c1be-4454-b3b7-e21a198d6a75"/>
    <ds:schemaRef ds:uri="137c615e-bd03-46fa-825a-1c86895f2703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05d4c80-da1e-4cd7-83a6-0d2094b20418}" enabled="0" method="" siteId="{d05d4c80-da1e-4cd7-83a6-0d2094b2041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3001</TotalTime>
  <Words>991</Words>
  <Application>Microsoft Office PowerPoint</Application>
  <PresentationFormat>Ecrã Panorâmico</PresentationFormat>
  <Paragraphs>199</Paragraphs>
  <Slides>12</Slides>
  <Notes>8</Notes>
  <HiddenSlides>0</HiddenSlides>
  <MMClips>2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Segoe WPC</vt:lpstr>
      <vt:lpstr>Times New Roman</vt:lpstr>
      <vt:lpstr>Wingdings</vt:lpstr>
      <vt:lpstr>Tema do Office</vt:lpstr>
      <vt:lpstr>Machine Learning approaches for accelerating antibiotic susceptibility testing (AST) in microfluidic systems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José Lima</dc:creator>
  <cp:lastModifiedBy>Eduarda Filipa Azevedo Santos</cp:lastModifiedBy>
  <cp:revision>20</cp:revision>
  <dcterms:created xsi:type="dcterms:W3CDTF">2026-05-25T13:15:00Z</dcterms:created>
  <dcterms:modified xsi:type="dcterms:W3CDTF">2026-06-01T14:45:27Z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0x01010023501578C130EB45BED47F58B2AAA4D9</vt:lpwstr>
  </property>
  <property fmtid="{D5CDD505-2E9C-101B-9397-08002B2CF9AE}" pid="3" name="MediaServiceImageTags">
    <vt:lpwstr/>
  </property>
</Properties>
</file>